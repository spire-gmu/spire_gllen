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5" r:id="rId6"/>
    <p:sldId id="276" r:id="rId7"/>
    <p:sldId id="273" r:id="rId8"/>
    <p:sldId id="269" r:id="rId9"/>
    <p:sldId id="277" r:id="rId10"/>
    <p:sldId id="265" r:id="rId11"/>
    <p:sldId id="264" r:id="rId12"/>
    <p:sldId id="266" r:id="rId13"/>
    <p:sldId id="270" r:id="rId14"/>
    <p:sldId id="278" r:id="rId15"/>
    <p:sldId id="279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312CD0-C74B-441F-846C-F3B179FAA44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E7E3973-984C-4807-90A0-F0FEC4D283C7}">
      <dgm:prSet/>
      <dgm:spPr/>
      <dgm:t>
        <a:bodyPr/>
        <a:lstStyle/>
        <a:p>
          <a:r>
            <a:rPr lang="en-US"/>
            <a:t>In this project, our team will create large language model support for NSA’s new reverse engineering tool, Ghidra. </a:t>
          </a:r>
        </a:p>
      </dgm:t>
    </dgm:pt>
    <dgm:pt modelId="{C81C7835-D133-4D03-976C-BD51F563B590}" type="parTrans" cxnId="{3068928C-3FFC-42C4-9DA7-F75C26CBA72F}">
      <dgm:prSet/>
      <dgm:spPr/>
      <dgm:t>
        <a:bodyPr/>
        <a:lstStyle/>
        <a:p>
          <a:endParaRPr lang="en-US"/>
        </a:p>
      </dgm:t>
    </dgm:pt>
    <dgm:pt modelId="{1812E345-7EAA-4D13-9F9B-94C4846237EC}" type="sibTrans" cxnId="{3068928C-3FFC-42C4-9DA7-F75C26CBA72F}">
      <dgm:prSet/>
      <dgm:spPr/>
      <dgm:t>
        <a:bodyPr/>
        <a:lstStyle/>
        <a:p>
          <a:endParaRPr lang="en-US"/>
        </a:p>
      </dgm:t>
    </dgm:pt>
    <dgm:pt modelId="{3F42FEDD-55E3-48CE-80C3-ADC8C93CBC0D}">
      <dgm:prSet/>
      <dgm:spPr/>
      <dgm:t>
        <a:bodyPr/>
        <a:lstStyle/>
        <a:p>
          <a:r>
            <a:rPr lang="en-US"/>
            <a:t>Reverse engineering is inherently a lossy process. Valuable context and data is often lost or obscured. Our goal is to use machine learning to bridge this gap.</a:t>
          </a:r>
        </a:p>
      </dgm:t>
    </dgm:pt>
    <dgm:pt modelId="{8A968827-0E7D-4D3D-A208-58261C3C73CB}" type="parTrans" cxnId="{30850D95-BD00-454A-9C7E-94F1E07E76C1}">
      <dgm:prSet/>
      <dgm:spPr/>
      <dgm:t>
        <a:bodyPr/>
        <a:lstStyle/>
        <a:p>
          <a:endParaRPr lang="en-US"/>
        </a:p>
      </dgm:t>
    </dgm:pt>
    <dgm:pt modelId="{D62D5DC8-DF20-41F7-AC10-6946BB8D9BF0}" type="sibTrans" cxnId="{30850D95-BD00-454A-9C7E-94F1E07E76C1}">
      <dgm:prSet/>
      <dgm:spPr/>
      <dgm:t>
        <a:bodyPr/>
        <a:lstStyle/>
        <a:p>
          <a:endParaRPr lang="en-US"/>
        </a:p>
      </dgm:t>
    </dgm:pt>
    <dgm:pt modelId="{FA048069-4810-49AC-8427-8578F7E5B99F}" type="pres">
      <dgm:prSet presAssocID="{EE312CD0-C74B-441F-846C-F3B179FAA44F}" presName="root" presStyleCnt="0">
        <dgm:presLayoutVars>
          <dgm:dir/>
          <dgm:resizeHandles val="exact"/>
        </dgm:presLayoutVars>
      </dgm:prSet>
      <dgm:spPr/>
    </dgm:pt>
    <dgm:pt modelId="{9179A0D5-5367-4F4C-9699-2628ABD3D442}" type="pres">
      <dgm:prSet presAssocID="{EE312CD0-C74B-441F-846C-F3B179FAA44F}" presName="container" presStyleCnt="0">
        <dgm:presLayoutVars>
          <dgm:dir/>
          <dgm:resizeHandles val="exact"/>
        </dgm:presLayoutVars>
      </dgm:prSet>
      <dgm:spPr/>
    </dgm:pt>
    <dgm:pt modelId="{C101E42C-A598-4DC5-93C5-0AFB37073891}" type="pres">
      <dgm:prSet presAssocID="{AE7E3973-984C-4807-90A0-F0FEC4D283C7}" presName="compNode" presStyleCnt="0"/>
      <dgm:spPr/>
    </dgm:pt>
    <dgm:pt modelId="{5BA9D08F-99C7-4BD4-96C4-11CB912CAA76}" type="pres">
      <dgm:prSet presAssocID="{AE7E3973-984C-4807-90A0-F0FEC4D283C7}" presName="iconBgRect" presStyleLbl="bgShp" presStyleIdx="0" presStyleCnt="2"/>
      <dgm:spPr/>
    </dgm:pt>
    <dgm:pt modelId="{8EE5734E-8589-48D3-A31E-3830E40533BD}" type="pres">
      <dgm:prSet presAssocID="{AE7E3973-984C-4807-90A0-F0FEC4D283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F9DD2E7-4F99-440A-A790-3163AF5871DC}" type="pres">
      <dgm:prSet presAssocID="{AE7E3973-984C-4807-90A0-F0FEC4D283C7}" presName="spaceRect" presStyleCnt="0"/>
      <dgm:spPr/>
    </dgm:pt>
    <dgm:pt modelId="{98127DE4-D639-41E5-946C-85A1BF597414}" type="pres">
      <dgm:prSet presAssocID="{AE7E3973-984C-4807-90A0-F0FEC4D283C7}" presName="textRect" presStyleLbl="revTx" presStyleIdx="0" presStyleCnt="2">
        <dgm:presLayoutVars>
          <dgm:chMax val="1"/>
          <dgm:chPref val="1"/>
        </dgm:presLayoutVars>
      </dgm:prSet>
      <dgm:spPr/>
    </dgm:pt>
    <dgm:pt modelId="{B7578E3C-BB8E-4409-8EC8-3A7CDDA7FE58}" type="pres">
      <dgm:prSet presAssocID="{1812E345-7EAA-4D13-9F9B-94C4846237EC}" presName="sibTrans" presStyleLbl="sibTrans2D1" presStyleIdx="0" presStyleCnt="0"/>
      <dgm:spPr/>
    </dgm:pt>
    <dgm:pt modelId="{9235E536-726D-46C4-9853-DFED401EBA31}" type="pres">
      <dgm:prSet presAssocID="{3F42FEDD-55E3-48CE-80C3-ADC8C93CBC0D}" presName="compNode" presStyleCnt="0"/>
      <dgm:spPr/>
    </dgm:pt>
    <dgm:pt modelId="{FF1294E0-5DA2-4EAE-8206-0671342C8870}" type="pres">
      <dgm:prSet presAssocID="{3F42FEDD-55E3-48CE-80C3-ADC8C93CBC0D}" presName="iconBgRect" presStyleLbl="bgShp" presStyleIdx="1" presStyleCnt="2"/>
      <dgm:spPr/>
    </dgm:pt>
    <dgm:pt modelId="{C6923ECE-0183-4FF7-8FD4-45385D4D9791}" type="pres">
      <dgm:prSet presAssocID="{3F42FEDD-55E3-48CE-80C3-ADC8C93CBC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0F90D85B-C151-4227-95D9-7C4A86D5056E}" type="pres">
      <dgm:prSet presAssocID="{3F42FEDD-55E3-48CE-80C3-ADC8C93CBC0D}" presName="spaceRect" presStyleCnt="0"/>
      <dgm:spPr/>
    </dgm:pt>
    <dgm:pt modelId="{4CA538B2-3A59-4C05-BC52-862EE3EC2245}" type="pres">
      <dgm:prSet presAssocID="{3F42FEDD-55E3-48CE-80C3-ADC8C93CBC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FBEAA36-BBF8-4751-9EEA-64E574129FC2}" type="presOf" srcId="{EE312CD0-C74B-441F-846C-F3B179FAA44F}" destId="{FA048069-4810-49AC-8427-8578F7E5B99F}" srcOrd="0" destOrd="0" presId="urn:microsoft.com/office/officeart/2018/2/layout/IconCircleList"/>
    <dgm:cxn modelId="{2C410350-72A0-4CEB-8023-85466961A6A3}" type="presOf" srcId="{AE7E3973-984C-4807-90A0-F0FEC4D283C7}" destId="{98127DE4-D639-41E5-946C-85A1BF597414}" srcOrd="0" destOrd="0" presId="urn:microsoft.com/office/officeart/2018/2/layout/IconCircleList"/>
    <dgm:cxn modelId="{D5D28C8C-69FE-486B-A8F6-8A64A910867E}" type="presOf" srcId="{3F42FEDD-55E3-48CE-80C3-ADC8C93CBC0D}" destId="{4CA538B2-3A59-4C05-BC52-862EE3EC2245}" srcOrd="0" destOrd="0" presId="urn:microsoft.com/office/officeart/2018/2/layout/IconCircleList"/>
    <dgm:cxn modelId="{3068928C-3FFC-42C4-9DA7-F75C26CBA72F}" srcId="{EE312CD0-C74B-441F-846C-F3B179FAA44F}" destId="{AE7E3973-984C-4807-90A0-F0FEC4D283C7}" srcOrd="0" destOrd="0" parTransId="{C81C7835-D133-4D03-976C-BD51F563B590}" sibTransId="{1812E345-7EAA-4D13-9F9B-94C4846237EC}"/>
    <dgm:cxn modelId="{30850D95-BD00-454A-9C7E-94F1E07E76C1}" srcId="{EE312CD0-C74B-441F-846C-F3B179FAA44F}" destId="{3F42FEDD-55E3-48CE-80C3-ADC8C93CBC0D}" srcOrd="1" destOrd="0" parTransId="{8A968827-0E7D-4D3D-A208-58261C3C73CB}" sibTransId="{D62D5DC8-DF20-41F7-AC10-6946BB8D9BF0}"/>
    <dgm:cxn modelId="{B27AF8AF-EEC6-4F89-9C3A-EE0CD0E5FCBB}" type="presOf" srcId="{1812E345-7EAA-4D13-9F9B-94C4846237EC}" destId="{B7578E3C-BB8E-4409-8EC8-3A7CDDA7FE58}" srcOrd="0" destOrd="0" presId="urn:microsoft.com/office/officeart/2018/2/layout/IconCircleList"/>
    <dgm:cxn modelId="{13BD2D9C-941F-495B-AB17-63C15F9B3CAB}" type="presParOf" srcId="{FA048069-4810-49AC-8427-8578F7E5B99F}" destId="{9179A0D5-5367-4F4C-9699-2628ABD3D442}" srcOrd="0" destOrd="0" presId="urn:microsoft.com/office/officeart/2018/2/layout/IconCircleList"/>
    <dgm:cxn modelId="{DBD02C60-32AE-4CC0-A4D6-314E381133AD}" type="presParOf" srcId="{9179A0D5-5367-4F4C-9699-2628ABD3D442}" destId="{C101E42C-A598-4DC5-93C5-0AFB37073891}" srcOrd="0" destOrd="0" presId="urn:microsoft.com/office/officeart/2018/2/layout/IconCircleList"/>
    <dgm:cxn modelId="{AEC8345E-B7A4-4B16-AB11-344191CB29F3}" type="presParOf" srcId="{C101E42C-A598-4DC5-93C5-0AFB37073891}" destId="{5BA9D08F-99C7-4BD4-96C4-11CB912CAA76}" srcOrd="0" destOrd="0" presId="urn:microsoft.com/office/officeart/2018/2/layout/IconCircleList"/>
    <dgm:cxn modelId="{F5DE7269-D908-4DBD-80F7-CA401161D0FC}" type="presParOf" srcId="{C101E42C-A598-4DC5-93C5-0AFB37073891}" destId="{8EE5734E-8589-48D3-A31E-3830E40533BD}" srcOrd="1" destOrd="0" presId="urn:microsoft.com/office/officeart/2018/2/layout/IconCircleList"/>
    <dgm:cxn modelId="{592DBC9E-B17D-4C80-B7E5-937D451041E4}" type="presParOf" srcId="{C101E42C-A598-4DC5-93C5-0AFB37073891}" destId="{0F9DD2E7-4F99-440A-A790-3163AF5871DC}" srcOrd="2" destOrd="0" presId="urn:microsoft.com/office/officeart/2018/2/layout/IconCircleList"/>
    <dgm:cxn modelId="{F2D0D29C-50CB-4653-A1F7-3CF0F30E3DC0}" type="presParOf" srcId="{C101E42C-A598-4DC5-93C5-0AFB37073891}" destId="{98127DE4-D639-41E5-946C-85A1BF597414}" srcOrd="3" destOrd="0" presId="urn:microsoft.com/office/officeart/2018/2/layout/IconCircleList"/>
    <dgm:cxn modelId="{975E0FE1-21A4-4520-A41E-E11EB7D9ECD4}" type="presParOf" srcId="{9179A0D5-5367-4F4C-9699-2628ABD3D442}" destId="{B7578E3C-BB8E-4409-8EC8-3A7CDDA7FE58}" srcOrd="1" destOrd="0" presId="urn:microsoft.com/office/officeart/2018/2/layout/IconCircleList"/>
    <dgm:cxn modelId="{A5A1FED0-88BB-4998-A225-8574898BA107}" type="presParOf" srcId="{9179A0D5-5367-4F4C-9699-2628ABD3D442}" destId="{9235E536-726D-46C4-9853-DFED401EBA31}" srcOrd="2" destOrd="0" presId="urn:microsoft.com/office/officeart/2018/2/layout/IconCircleList"/>
    <dgm:cxn modelId="{8FB30C74-41F2-41FD-A18D-1EFFBD587F4E}" type="presParOf" srcId="{9235E536-726D-46C4-9853-DFED401EBA31}" destId="{FF1294E0-5DA2-4EAE-8206-0671342C8870}" srcOrd="0" destOrd="0" presId="urn:microsoft.com/office/officeart/2018/2/layout/IconCircleList"/>
    <dgm:cxn modelId="{A44FBC1A-33CA-4838-BD10-796CB2B3D0A0}" type="presParOf" srcId="{9235E536-726D-46C4-9853-DFED401EBA31}" destId="{C6923ECE-0183-4FF7-8FD4-45385D4D9791}" srcOrd="1" destOrd="0" presId="urn:microsoft.com/office/officeart/2018/2/layout/IconCircleList"/>
    <dgm:cxn modelId="{430A36EB-56ED-4EC6-AC21-C7B7512A7C22}" type="presParOf" srcId="{9235E536-726D-46C4-9853-DFED401EBA31}" destId="{0F90D85B-C151-4227-95D9-7C4A86D5056E}" srcOrd="2" destOrd="0" presId="urn:microsoft.com/office/officeart/2018/2/layout/IconCircleList"/>
    <dgm:cxn modelId="{76292430-2772-4316-B250-5BF5B4D6AB97}" type="presParOf" srcId="{9235E536-726D-46C4-9853-DFED401EBA31}" destId="{4CA538B2-3A59-4C05-BC52-862EE3EC22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7C4A76-3631-451A-9742-D37ABA795E5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A42FB9-E47F-49AC-9A14-36FC99AAE663}">
      <dgm:prSet/>
      <dgm:spPr/>
      <dgm:t>
        <a:bodyPr/>
        <a:lstStyle/>
        <a:p>
          <a:pPr>
            <a:defRPr cap="all"/>
          </a:pPr>
          <a:r>
            <a:rPr lang="en-US" b="0"/>
            <a:t>Multi-step project that consists of numerous phases</a:t>
          </a:r>
        </a:p>
      </dgm:t>
    </dgm:pt>
    <dgm:pt modelId="{B6FCF516-D0CF-4E46-87FD-A443735F686B}" type="parTrans" cxnId="{7F8F8E1B-F98B-4E65-B9DE-362460321D0A}">
      <dgm:prSet/>
      <dgm:spPr/>
      <dgm:t>
        <a:bodyPr/>
        <a:lstStyle/>
        <a:p>
          <a:endParaRPr lang="en-US"/>
        </a:p>
      </dgm:t>
    </dgm:pt>
    <dgm:pt modelId="{AB33657D-7C94-40C5-990E-8201D892E8D1}" type="sibTrans" cxnId="{7F8F8E1B-F98B-4E65-B9DE-362460321D0A}">
      <dgm:prSet/>
      <dgm:spPr/>
      <dgm:t>
        <a:bodyPr/>
        <a:lstStyle/>
        <a:p>
          <a:endParaRPr lang="en-US"/>
        </a:p>
      </dgm:t>
    </dgm:pt>
    <dgm:pt modelId="{E0C52952-B67F-421A-9D97-F1C4BD7859CA}">
      <dgm:prSet/>
      <dgm:spPr/>
      <dgm:t>
        <a:bodyPr/>
        <a:lstStyle/>
        <a:p>
          <a:pPr rtl="0">
            <a:defRPr cap="all"/>
          </a:pPr>
          <a:r>
            <a:rPr lang="en-US" b="0"/>
            <a:t>Phase 1: Research &amp; Red Teaming current LLM application (</a:t>
          </a:r>
          <a:r>
            <a:rPr lang="en-US" b="0">
              <a:latin typeface="Calibri Light" panose="020F0302020204030204"/>
            </a:rPr>
            <a:t>Fall 2024</a:t>
          </a:r>
          <a:r>
            <a:rPr lang="en-US" b="0"/>
            <a:t>)</a:t>
          </a:r>
        </a:p>
      </dgm:t>
    </dgm:pt>
    <dgm:pt modelId="{E03C9978-6F5E-47EC-BD49-3E6BC0A8A245}" type="parTrans" cxnId="{1050D987-8A66-47E5-94DB-CF909BD0B792}">
      <dgm:prSet/>
      <dgm:spPr/>
      <dgm:t>
        <a:bodyPr/>
        <a:lstStyle/>
        <a:p>
          <a:endParaRPr lang="en-US"/>
        </a:p>
      </dgm:t>
    </dgm:pt>
    <dgm:pt modelId="{90458320-5C13-404A-B6EC-D43481C29992}" type="sibTrans" cxnId="{1050D987-8A66-47E5-94DB-CF909BD0B792}">
      <dgm:prSet/>
      <dgm:spPr/>
      <dgm:t>
        <a:bodyPr/>
        <a:lstStyle/>
        <a:p>
          <a:endParaRPr lang="en-US"/>
        </a:p>
      </dgm:t>
    </dgm:pt>
    <dgm:pt modelId="{538E0DB4-52EA-484E-A2DA-A41CFA994585}">
      <dgm:prSet/>
      <dgm:spPr/>
      <dgm:t>
        <a:bodyPr/>
        <a:lstStyle/>
        <a:p>
          <a:pPr rtl="0">
            <a:defRPr cap="all"/>
          </a:pPr>
          <a:r>
            <a:rPr lang="en-US" b="0"/>
            <a:t>Phase 2: Improving current models (Late Fall </a:t>
          </a:r>
          <a:r>
            <a:rPr lang="en-US" b="0">
              <a:latin typeface="Calibri Light" panose="020F0302020204030204"/>
            </a:rPr>
            <a:t>2024 </a:t>
          </a:r>
          <a:r>
            <a:rPr lang="en-US" b="0"/>
            <a:t>– Early 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05EED498-BCFA-4AA8-A359-C14966D54F4F}" type="parTrans" cxnId="{C9E7CE67-DFF6-4867-BFD7-82413D4755AB}">
      <dgm:prSet/>
      <dgm:spPr/>
      <dgm:t>
        <a:bodyPr/>
        <a:lstStyle/>
        <a:p>
          <a:endParaRPr lang="en-US"/>
        </a:p>
      </dgm:t>
    </dgm:pt>
    <dgm:pt modelId="{95DA1E6B-1F6F-467A-8D43-7E48FE4E2FDB}" type="sibTrans" cxnId="{C9E7CE67-DFF6-4867-BFD7-82413D4755AB}">
      <dgm:prSet/>
      <dgm:spPr/>
      <dgm:t>
        <a:bodyPr/>
        <a:lstStyle/>
        <a:p>
          <a:endParaRPr lang="en-US"/>
        </a:p>
      </dgm:t>
    </dgm:pt>
    <dgm:pt modelId="{BD0EA0E6-8C0B-4C53-9D92-8FC0591E444A}">
      <dgm:prSet/>
      <dgm:spPr/>
      <dgm:t>
        <a:bodyPr/>
        <a:lstStyle/>
        <a:p>
          <a:pPr rtl="0">
            <a:defRPr cap="all"/>
          </a:pPr>
          <a:r>
            <a:rPr lang="en-US" b="0"/>
            <a:t>Phase 3: Further refinement &amp; integrating our new model into Ghidra </a:t>
          </a:r>
          <a:r>
            <a:rPr lang="en-US" b="0">
              <a:latin typeface="Calibri Light" panose="020F0302020204030204"/>
            </a:rPr>
            <a:t>and Documentation </a:t>
          </a:r>
          <a:r>
            <a:rPr lang="en-US" b="0"/>
            <a:t>(Spring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4C6A2523-8506-4FD9-96CF-01EDC1EDEFFF}" type="parTrans" cxnId="{6C62A96A-FB3B-4EDA-A236-19D1E48DC874}">
      <dgm:prSet/>
      <dgm:spPr/>
      <dgm:t>
        <a:bodyPr/>
        <a:lstStyle/>
        <a:p>
          <a:endParaRPr lang="en-US"/>
        </a:p>
      </dgm:t>
    </dgm:pt>
    <dgm:pt modelId="{F8C5B462-31AD-4539-B12B-C5925D7323D6}" type="sibTrans" cxnId="{6C62A96A-FB3B-4EDA-A236-19D1E48DC874}">
      <dgm:prSet/>
      <dgm:spPr/>
      <dgm:t>
        <a:bodyPr/>
        <a:lstStyle/>
        <a:p>
          <a:endParaRPr lang="en-US"/>
        </a:p>
      </dgm:t>
    </dgm:pt>
    <dgm:pt modelId="{CC1AD1B8-917E-4A9F-BD72-032D06C65E7A}" type="pres">
      <dgm:prSet presAssocID="{607C4A76-3631-451A-9742-D37ABA795E5A}" presName="root" presStyleCnt="0">
        <dgm:presLayoutVars>
          <dgm:dir/>
          <dgm:resizeHandles val="exact"/>
        </dgm:presLayoutVars>
      </dgm:prSet>
      <dgm:spPr/>
    </dgm:pt>
    <dgm:pt modelId="{F524E9D4-5F7C-4942-8935-9169CAD2CA41}" type="pres">
      <dgm:prSet presAssocID="{B7A42FB9-E47F-49AC-9A14-36FC99AAE663}" presName="compNode" presStyleCnt="0"/>
      <dgm:spPr/>
    </dgm:pt>
    <dgm:pt modelId="{2E3684EC-ECCA-4E38-8D05-3AED0AAFB026}" type="pres">
      <dgm:prSet presAssocID="{B7A42FB9-E47F-49AC-9A14-36FC99AAE66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375A6AA-8D2C-40DC-80BF-A00EDE006E88}" type="pres">
      <dgm:prSet presAssocID="{B7A42FB9-E47F-49AC-9A14-36FC99AAE6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E31F5B-FEDD-4085-8189-FE1D95D48CBB}" type="pres">
      <dgm:prSet presAssocID="{B7A42FB9-E47F-49AC-9A14-36FC99AAE663}" presName="spaceRect" presStyleCnt="0"/>
      <dgm:spPr/>
    </dgm:pt>
    <dgm:pt modelId="{B6253B10-AE2C-461D-BDE7-AE909C742A24}" type="pres">
      <dgm:prSet presAssocID="{B7A42FB9-E47F-49AC-9A14-36FC99AAE663}" presName="textRect" presStyleLbl="revTx" presStyleIdx="0" presStyleCnt="4">
        <dgm:presLayoutVars>
          <dgm:chMax val="1"/>
          <dgm:chPref val="1"/>
        </dgm:presLayoutVars>
      </dgm:prSet>
      <dgm:spPr/>
    </dgm:pt>
    <dgm:pt modelId="{3A9780B7-6CA6-4314-B3D2-505AAE4B5EB9}" type="pres">
      <dgm:prSet presAssocID="{AB33657D-7C94-40C5-990E-8201D892E8D1}" presName="sibTrans" presStyleCnt="0"/>
      <dgm:spPr/>
    </dgm:pt>
    <dgm:pt modelId="{4F406E59-1ADD-4E14-A2E3-192E9239B329}" type="pres">
      <dgm:prSet presAssocID="{E0C52952-B67F-421A-9D97-F1C4BD7859CA}" presName="compNode" presStyleCnt="0"/>
      <dgm:spPr/>
    </dgm:pt>
    <dgm:pt modelId="{2C3698B4-52B2-448D-89EC-21E1B0663A1A}" type="pres">
      <dgm:prSet presAssocID="{E0C52952-B67F-421A-9D97-F1C4BD7859C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B168B98-0185-4F55-B0B1-6E9208DD1274}" type="pres">
      <dgm:prSet presAssocID="{E0C52952-B67F-421A-9D97-F1C4BD7859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B7629FD-7E2F-4D73-B9E6-8609CE3043F9}" type="pres">
      <dgm:prSet presAssocID="{E0C52952-B67F-421A-9D97-F1C4BD7859CA}" presName="spaceRect" presStyleCnt="0"/>
      <dgm:spPr/>
    </dgm:pt>
    <dgm:pt modelId="{73F35DE8-DBCF-4706-B03C-D5F4412AD63E}" type="pres">
      <dgm:prSet presAssocID="{E0C52952-B67F-421A-9D97-F1C4BD7859CA}" presName="textRect" presStyleLbl="revTx" presStyleIdx="1" presStyleCnt="4">
        <dgm:presLayoutVars>
          <dgm:chMax val="1"/>
          <dgm:chPref val="1"/>
        </dgm:presLayoutVars>
      </dgm:prSet>
      <dgm:spPr/>
    </dgm:pt>
    <dgm:pt modelId="{671183C6-AD62-4008-A15A-8BCD212E253D}" type="pres">
      <dgm:prSet presAssocID="{90458320-5C13-404A-B6EC-D43481C29992}" presName="sibTrans" presStyleCnt="0"/>
      <dgm:spPr/>
    </dgm:pt>
    <dgm:pt modelId="{C15E25FD-C858-4C3B-B220-80D79C82958C}" type="pres">
      <dgm:prSet presAssocID="{538E0DB4-52EA-484E-A2DA-A41CFA994585}" presName="compNode" presStyleCnt="0"/>
      <dgm:spPr/>
    </dgm:pt>
    <dgm:pt modelId="{C45FA078-C664-40AF-ACC3-57B920E86E75}" type="pres">
      <dgm:prSet presAssocID="{538E0DB4-52EA-484E-A2DA-A41CFA99458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9FD573A-EC90-4EFD-8257-E933E7B2BB87}" type="pres">
      <dgm:prSet presAssocID="{538E0DB4-52EA-484E-A2DA-A41CFA9945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670633C-BEC9-43D4-841B-1653B6879C79}" type="pres">
      <dgm:prSet presAssocID="{538E0DB4-52EA-484E-A2DA-A41CFA994585}" presName="spaceRect" presStyleCnt="0"/>
      <dgm:spPr/>
    </dgm:pt>
    <dgm:pt modelId="{CAF0EC07-D1A3-48AF-9CAD-BBF155F32DFE}" type="pres">
      <dgm:prSet presAssocID="{538E0DB4-52EA-484E-A2DA-A41CFA994585}" presName="textRect" presStyleLbl="revTx" presStyleIdx="2" presStyleCnt="4">
        <dgm:presLayoutVars>
          <dgm:chMax val="1"/>
          <dgm:chPref val="1"/>
        </dgm:presLayoutVars>
      </dgm:prSet>
      <dgm:spPr/>
    </dgm:pt>
    <dgm:pt modelId="{E372FB5C-C16F-4B1A-93F2-53C7C3EB1287}" type="pres">
      <dgm:prSet presAssocID="{95DA1E6B-1F6F-467A-8D43-7E48FE4E2FDB}" presName="sibTrans" presStyleCnt="0"/>
      <dgm:spPr/>
    </dgm:pt>
    <dgm:pt modelId="{94E3C61B-BCD7-4097-9590-669624BF8DAB}" type="pres">
      <dgm:prSet presAssocID="{BD0EA0E6-8C0B-4C53-9D92-8FC0591E444A}" presName="compNode" presStyleCnt="0"/>
      <dgm:spPr/>
    </dgm:pt>
    <dgm:pt modelId="{94D0E7DE-EF78-43B4-803B-22B30BE028D1}" type="pres">
      <dgm:prSet presAssocID="{BD0EA0E6-8C0B-4C53-9D92-8FC0591E444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F7DC8D8-0FCA-487D-82D0-404E051A80DB}" type="pres">
      <dgm:prSet presAssocID="{BD0EA0E6-8C0B-4C53-9D92-8FC0591E44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49F4DC48-0E97-4BB7-BA26-D8E7A2728263}" type="pres">
      <dgm:prSet presAssocID="{BD0EA0E6-8C0B-4C53-9D92-8FC0591E444A}" presName="spaceRect" presStyleCnt="0"/>
      <dgm:spPr/>
    </dgm:pt>
    <dgm:pt modelId="{D7739A1B-5BF0-41DC-A891-854475EE5414}" type="pres">
      <dgm:prSet presAssocID="{BD0EA0E6-8C0B-4C53-9D92-8FC0591E44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349A0A-79F9-4315-AE38-E827E4CC9640}" type="presOf" srcId="{BD0EA0E6-8C0B-4C53-9D92-8FC0591E444A}" destId="{D7739A1B-5BF0-41DC-A891-854475EE5414}" srcOrd="0" destOrd="0" presId="urn:microsoft.com/office/officeart/2018/5/layout/IconLeafLabelList"/>
    <dgm:cxn modelId="{7F8F8E1B-F98B-4E65-B9DE-362460321D0A}" srcId="{607C4A76-3631-451A-9742-D37ABA795E5A}" destId="{B7A42FB9-E47F-49AC-9A14-36FC99AAE663}" srcOrd="0" destOrd="0" parTransId="{B6FCF516-D0CF-4E46-87FD-A443735F686B}" sibTransId="{AB33657D-7C94-40C5-990E-8201D892E8D1}"/>
    <dgm:cxn modelId="{3DFAC34F-AE5D-4A81-AB23-0AB0D0283F4F}" type="presOf" srcId="{538E0DB4-52EA-484E-A2DA-A41CFA994585}" destId="{CAF0EC07-D1A3-48AF-9CAD-BBF155F32DFE}" srcOrd="0" destOrd="0" presId="urn:microsoft.com/office/officeart/2018/5/layout/IconLeafLabelList"/>
    <dgm:cxn modelId="{6B9B835C-39E1-4B7F-B4AD-03244C3AF784}" type="presOf" srcId="{607C4A76-3631-451A-9742-D37ABA795E5A}" destId="{CC1AD1B8-917E-4A9F-BD72-032D06C65E7A}" srcOrd="0" destOrd="0" presId="urn:microsoft.com/office/officeart/2018/5/layout/IconLeafLabelList"/>
    <dgm:cxn modelId="{C9E7CE67-DFF6-4867-BFD7-82413D4755AB}" srcId="{607C4A76-3631-451A-9742-D37ABA795E5A}" destId="{538E0DB4-52EA-484E-A2DA-A41CFA994585}" srcOrd="2" destOrd="0" parTransId="{05EED498-BCFA-4AA8-A359-C14966D54F4F}" sibTransId="{95DA1E6B-1F6F-467A-8D43-7E48FE4E2FDB}"/>
    <dgm:cxn modelId="{6C62A96A-FB3B-4EDA-A236-19D1E48DC874}" srcId="{607C4A76-3631-451A-9742-D37ABA795E5A}" destId="{BD0EA0E6-8C0B-4C53-9D92-8FC0591E444A}" srcOrd="3" destOrd="0" parTransId="{4C6A2523-8506-4FD9-96CF-01EDC1EDEFFF}" sibTransId="{F8C5B462-31AD-4539-B12B-C5925D7323D6}"/>
    <dgm:cxn modelId="{B2A44C82-FAD7-494B-9BF1-F4B2ED3BD43F}" type="presOf" srcId="{B7A42FB9-E47F-49AC-9A14-36FC99AAE663}" destId="{B6253B10-AE2C-461D-BDE7-AE909C742A24}" srcOrd="0" destOrd="0" presId="urn:microsoft.com/office/officeart/2018/5/layout/IconLeafLabelList"/>
    <dgm:cxn modelId="{1050D987-8A66-47E5-94DB-CF909BD0B792}" srcId="{607C4A76-3631-451A-9742-D37ABA795E5A}" destId="{E0C52952-B67F-421A-9D97-F1C4BD7859CA}" srcOrd="1" destOrd="0" parTransId="{E03C9978-6F5E-47EC-BD49-3E6BC0A8A245}" sibTransId="{90458320-5C13-404A-B6EC-D43481C29992}"/>
    <dgm:cxn modelId="{8A1484AC-349F-42B6-80D3-E7CDDA62CF70}" type="presOf" srcId="{E0C52952-B67F-421A-9D97-F1C4BD7859CA}" destId="{73F35DE8-DBCF-4706-B03C-D5F4412AD63E}" srcOrd="0" destOrd="0" presId="urn:microsoft.com/office/officeart/2018/5/layout/IconLeafLabelList"/>
    <dgm:cxn modelId="{A55FE88C-281A-491C-9085-54AD8507EE3E}" type="presParOf" srcId="{CC1AD1B8-917E-4A9F-BD72-032D06C65E7A}" destId="{F524E9D4-5F7C-4942-8935-9169CAD2CA41}" srcOrd="0" destOrd="0" presId="urn:microsoft.com/office/officeart/2018/5/layout/IconLeafLabelList"/>
    <dgm:cxn modelId="{58B7FAEA-0CC5-4888-AF51-58CC804B2AE8}" type="presParOf" srcId="{F524E9D4-5F7C-4942-8935-9169CAD2CA41}" destId="{2E3684EC-ECCA-4E38-8D05-3AED0AAFB026}" srcOrd="0" destOrd="0" presId="urn:microsoft.com/office/officeart/2018/5/layout/IconLeafLabelList"/>
    <dgm:cxn modelId="{AAD5502D-E0D9-4245-80DE-B9401C685828}" type="presParOf" srcId="{F524E9D4-5F7C-4942-8935-9169CAD2CA41}" destId="{4375A6AA-8D2C-40DC-80BF-A00EDE006E88}" srcOrd="1" destOrd="0" presId="urn:microsoft.com/office/officeart/2018/5/layout/IconLeafLabelList"/>
    <dgm:cxn modelId="{B4945389-AD3A-49A0-B76C-6FAF6434176B}" type="presParOf" srcId="{F524E9D4-5F7C-4942-8935-9169CAD2CA41}" destId="{5BE31F5B-FEDD-4085-8189-FE1D95D48CBB}" srcOrd="2" destOrd="0" presId="urn:microsoft.com/office/officeart/2018/5/layout/IconLeafLabelList"/>
    <dgm:cxn modelId="{9833C814-3361-462B-9009-335FD26BBF61}" type="presParOf" srcId="{F524E9D4-5F7C-4942-8935-9169CAD2CA41}" destId="{B6253B10-AE2C-461D-BDE7-AE909C742A24}" srcOrd="3" destOrd="0" presId="urn:microsoft.com/office/officeart/2018/5/layout/IconLeafLabelList"/>
    <dgm:cxn modelId="{089C7855-F29F-4456-AAF7-4C035B0D66BE}" type="presParOf" srcId="{CC1AD1B8-917E-4A9F-BD72-032D06C65E7A}" destId="{3A9780B7-6CA6-4314-B3D2-505AAE4B5EB9}" srcOrd="1" destOrd="0" presId="urn:microsoft.com/office/officeart/2018/5/layout/IconLeafLabelList"/>
    <dgm:cxn modelId="{7D6F2399-64BC-4D85-8368-24D5EEBC743D}" type="presParOf" srcId="{CC1AD1B8-917E-4A9F-BD72-032D06C65E7A}" destId="{4F406E59-1ADD-4E14-A2E3-192E9239B329}" srcOrd="2" destOrd="0" presId="urn:microsoft.com/office/officeart/2018/5/layout/IconLeafLabelList"/>
    <dgm:cxn modelId="{C1EFF9A0-1641-41C3-B122-C614B8430DA7}" type="presParOf" srcId="{4F406E59-1ADD-4E14-A2E3-192E9239B329}" destId="{2C3698B4-52B2-448D-89EC-21E1B0663A1A}" srcOrd="0" destOrd="0" presId="urn:microsoft.com/office/officeart/2018/5/layout/IconLeafLabelList"/>
    <dgm:cxn modelId="{824AC160-9D62-47B3-B0F1-0E24F8CB0894}" type="presParOf" srcId="{4F406E59-1ADD-4E14-A2E3-192E9239B329}" destId="{CB168B98-0185-4F55-B0B1-6E9208DD1274}" srcOrd="1" destOrd="0" presId="urn:microsoft.com/office/officeart/2018/5/layout/IconLeafLabelList"/>
    <dgm:cxn modelId="{1F5ED2E5-0C4E-42A2-B321-3327710EA425}" type="presParOf" srcId="{4F406E59-1ADD-4E14-A2E3-192E9239B329}" destId="{3B7629FD-7E2F-4D73-B9E6-8609CE3043F9}" srcOrd="2" destOrd="0" presId="urn:microsoft.com/office/officeart/2018/5/layout/IconLeafLabelList"/>
    <dgm:cxn modelId="{3E59E8E3-3618-439B-822A-D9DDA01CC321}" type="presParOf" srcId="{4F406E59-1ADD-4E14-A2E3-192E9239B329}" destId="{73F35DE8-DBCF-4706-B03C-D5F4412AD63E}" srcOrd="3" destOrd="0" presId="urn:microsoft.com/office/officeart/2018/5/layout/IconLeafLabelList"/>
    <dgm:cxn modelId="{E17A1B0A-1687-41FB-B4D1-C34D061DF484}" type="presParOf" srcId="{CC1AD1B8-917E-4A9F-BD72-032D06C65E7A}" destId="{671183C6-AD62-4008-A15A-8BCD212E253D}" srcOrd="3" destOrd="0" presId="urn:microsoft.com/office/officeart/2018/5/layout/IconLeafLabelList"/>
    <dgm:cxn modelId="{3D72121E-8E6A-46AA-82DD-3657CFD36A69}" type="presParOf" srcId="{CC1AD1B8-917E-4A9F-BD72-032D06C65E7A}" destId="{C15E25FD-C858-4C3B-B220-80D79C82958C}" srcOrd="4" destOrd="0" presId="urn:microsoft.com/office/officeart/2018/5/layout/IconLeafLabelList"/>
    <dgm:cxn modelId="{7B0D3A98-A95B-4488-A85C-BE73B7D26B90}" type="presParOf" srcId="{C15E25FD-C858-4C3B-B220-80D79C82958C}" destId="{C45FA078-C664-40AF-ACC3-57B920E86E75}" srcOrd="0" destOrd="0" presId="urn:microsoft.com/office/officeart/2018/5/layout/IconLeafLabelList"/>
    <dgm:cxn modelId="{863D9162-DED2-466D-AA9C-B9BE701785A4}" type="presParOf" srcId="{C15E25FD-C858-4C3B-B220-80D79C82958C}" destId="{29FD573A-EC90-4EFD-8257-E933E7B2BB87}" srcOrd="1" destOrd="0" presId="urn:microsoft.com/office/officeart/2018/5/layout/IconLeafLabelList"/>
    <dgm:cxn modelId="{5D17CFAB-70A6-49A3-A1A5-0F57BC3A0BA2}" type="presParOf" srcId="{C15E25FD-C858-4C3B-B220-80D79C82958C}" destId="{0670633C-BEC9-43D4-841B-1653B6879C79}" srcOrd="2" destOrd="0" presId="urn:microsoft.com/office/officeart/2018/5/layout/IconLeafLabelList"/>
    <dgm:cxn modelId="{C7AA4146-5913-4461-884D-FDDA4FAAF9A6}" type="presParOf" srcId="{C15E25FD-C858-4C3B-B220-80D79C82958C}" destId="{CAF0EC07-D1A3-48AF-9CAD-BBF155F32DFE}" srcOrd="3" destOrd="0" presId="urn:microsoft.com/office/officeart/2018/5/layout/IconLeafLabelList"/>
    <dgm:cxn modelId="{3DD09584-457B-469B-A5E8-D4F6C9B2B741}" type="presParOf" srcId="{CC1AD1B8-917E-4A9F-BD72-032D06C65E7A}" destId="{E372FB5C-C16F-4B1A-93F2-53C7C3EB1287}" srcOrd="5" destOrd="0" presId="urn:microsoft.com/office/officeart/2018/5/layout/IconLeafLabelList"/>
    <dgm:cxn modelId="{C82EE275-CD69-4DA3-8B43-073BA17BE415}" type="presParOf" srcId="{CC1AD1B8-917E-4A9F-BD72-032D06C65E7A}" destId="{94E3C61B-BCD7-4097-9590-669624BF8DAB}" srcOrd="6" destOrd="0" presId="urn:microsoft.com/office/officeart/2018/5/layout/IconLeafLabelList"/>
    <dgm:cxn modelId="{083D0E8C-E0A7-45F0-9BE6-36ECB3B9EC4C}" type="presParOf" srcId="{94E3C61B-BCD7-4097-9590-669624BF8DAB}" destId="{94D0E7DE-EF78-43B4-803B-22B30BE028D1}" srcOrd="0" destOrd="0" presId="urn:microsoft.com/office/officeart/2018/5/layout/IconLeafLabelList"/>
    <dgm:cxn modelId="{BA788E6F-3738-4C4F-8FC1-E6C3D70414CF}" type="presParOf" srcId="{94E3C61B-BCD7-4097-9590-669624BF8DAB}" destId="{AF7DC8D8-0FCA-487D-82D0-404E051A80DB}" srcOrd="1" destOrd="0" presId="urn:microsoft.com/office/officeart/2018/5/layout/IconLeafLabelList"/>
    <dgm:cxn modelId="{F2E7DE30-0021-4FF6-8124-C16B211D6A9D}" type="presParOf" srcId="{94E3C61B-BCD7-4097-9590-669624BF8DAB}" destId="{49F4DC48-0E97-4BB7-BA26-D8E7A2728263}" srcOrd="2" destOrd="0" presId="urn:microsoft.com/office/officeart/2018/5/layout/IconLeafLabelList"/>
    <dgm:cxn modelId="{551FCE6F-9C46-4352-8D58-2A9E404DED2D}" type="presParOf" srcId="{94E3C61B-BCD7-4097-9590-669624BF8DAB}" destId="{D7739A1B-5BF0-41DC-A891-854475EE54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69693A-E0A1-4DA6-9685-6F2E7921A96E}">
      <dgm:prSet/>
      <dgm:spPr/>
      <dgm:t>
        <a:bodyPr/>
        <a:lstStyle/>
        <a:p>
          <a:r>
            <a:rPr lang="en-US"/>
            <a:t>We are taking advantage of a current existing open-source large language model "LLM4Decompile".</a:t>
          </a:r>
        </a:p>
      </dgm:t>
    </dgm:pt>
    <dgm:pt modelId="{E3A12F1E-C186-42EF-85E7-74901FA381B8}" type="parTrans" cxnId="{CC0165FD-D142-49C0-BB10-E52E405E6966}">
      <dgm:prSet/>
      <dgm:spPr/>
      <dgm:t>
        <a:bodyPr/>
        <a:lstStyle/>
        <a:p>
          <a:endParaRPr lang="en-US"/>
        </a:p>
      </dgm:t>
    </dgm:pt>
    <dgm:pt modelId="{93B85A15-A751-45AB-81E1-D3596B3FA8A6}" type="sibTrans" cxnId="{CC0165FD-D142-49C0-BB10-E52E405E6966}">
      <dgm:prSet/>
      <dgm:spPr/>
      <dgm:t>
        <a:bodyPr/>
        <a:lstStyle/>
        <a:p>
          <a:endParaRPr lang="en-US"/>
        </a:p>
      </dgm:t>
    </dgm:pt>
    <dgm:pt modelId="{B786D10A-38AE-4ADF-86D7-E8EFBA4F50D3}">
      <dgm:prSet/>
      <dgm:spPr/>
      <dgm:t>
        <a:bodyPr/>
        <a:lstStyle/>
        <a:p>
          <a:r>
            <a:rPr lang="en-US"/>
            <a:t>This LLM already has the ability to decompile binary/assembly to C  (Best version ~65% accurate)</a:t>
          </a:r>
        </a:p>
      </dgm:t>
    </dgm:pt>
    <dgm:pt modelId="{1519443F-F703-4BBD-AE83-5E5C69218542}" type="parTrans" cxnId="{9A84D7C3-4675-47F4-99DA-31A59BEB913F}">
      <dgm:prSet/>
      <dgm:spPr/>
      <dgm:t>
        <a:bodyPr/>
        <a:lstStyle/>
        <a:p>
          <a:endParaRPr lang="en-US"/>
        </a:p>
      </dgm:t>
    </dgm:pt>
    <dgm:pt modelId="{373ED58C-EFF8-4294-A85A-10ADEE3B667B}" type="sibTrans" cxnId="{9A84D7C3-4675-47F4-99DA-31A59BEB913F}">
      <dgm:prSet/>
      <dgm:spPr/>
      <dgm:t>
        <a:bodyPr/>
        <a:lstStyle/>
        <a:p>
          <a:endParaRPr lang="en-US"/>
        </a:p>
      </dgm:t>
    </dgm:pt>
    <dgm:pt modelId="{848083CA-25FB-426C-91A0-7C7CB294FC00}">
      <dgm:prSet/>
      <dgm:spPr/>
      <dgm:t>
        <a:bodyPr/>
        <a:lstStyle/>
        <a:p>
          <a:r>
            <a:rPr lang="en-US"/>
            <a:t>Our current goal is to refine this LLM to become more accurate.</a:t>
          </a:r>
        </a:p>
      </dgm:t>
    </dgm:pt>
    <dgm:pt modelId="{D9C0F69A-C006-4BF9-AD04-978743CE5A68}" type="parTrans" cxnId="{1975D686-BE5B-45F4-AEE4-83F2ECF1DCE8}">
      <dgm:prSet/>
      <dgm:spPr/>
      <dgm:t>
        <a:bodyPr/>
        <a:lstStyle/>
        <a:p>
          <a:endParaRPr lang="en-US"/>
        </a:p>
      </dgm:t>
    </dgm:pt>
    <dgm:pt modelId="{E6C147E5-49C8-41E3-BA30-1CAF79DCD0FC}" type="sibTrans" cxnId="{1975D686-BE5B-45F4-AEE4-83F2ECF1DCE8}">
      <dgm:prSet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r>
            <a:rPr lang="en-US"/>
            <a:t>How do we accomplish this?</a:t>
          </a:r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A7F078D0-0EA9-4B56-820F-046830511AE0}" type="pres">
      <dgm:prSet presAssocID="{E969693A-E0A1-4DA6-9685-6F2E7921A96E}" presName="compNode" presStyleCnt="0"/>
      <dgm:spPr/>
    </dgm:pt>
    <dgm:pt modelId="{EA2D0092-055E-45C4-8751-24117DEE93B7}" type="pres">
      <dgm:prSet presAssocID="{E969693A-E0A1-4DA6-9685-6F2E7921A96E}" presName="iconBgRect" presStyleLbl="bgShp" presStyleIdx="0" presStyleCnt="4"/>
      <dgm:spPr/>
    </dgm:pt>
    <dgm:pt modelId="{71EC6BFA-D438-4057-8B4E-B3C65F4A45BB}" type="pres">
      <dgm:prSet presAssocID="{E969693A-E0A1-4DA6-9685-6F2E7921A9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388E467-7DE6-45F1-9BE4-DCEA8FF0FE60}" type="pres">
      <dgm:prSet presAssocID="{E969693A-E0A1-4DA6-9685-6F2E7921A96E}" presName="spaceRect" presStyleCnt="0"/>
      <dgm:spPr/>
    </dgm:pt>
    <dgm:pt modelId="{FFCE319D-1725-4BEC-AC63-1C10BE9E78B4}" type="pres">
      <dgm:prSet presAssocID="{E969693A-E0A1-4DA6-9685-6F2E7921A96E}" presName="textRect" presStyleLbl="revTx" presStyleIdx="0" presStyleCnt="4">
        <dgm:presLayoutVars>
          <dgm:chMax val="1"/>
          <dgm:chPref val="1"/>
        </dgm:presLayoutVars>
      </dgm:prSet>
      <dgm:spPr/>
    </dgm:pt>
    <dgm:pt modelId="{7F378F99-F052-45DE-A4C6-0C51881AF5B1}" type="pres">
      <dgm:prSet presAssocID="{93B85A15-A751-45AB-81E1-D3596B3FA8A6}" presName="sibTrans" presStyleLbl="sibTrans2D1" presStyleIdx="0" presStyleCnt="0"/>
      <dgm:spPr/>
    </dgm:pt>
    <dgm:pt modelId="{20025610-D390-4168-A44B-C47FB2819330}" type="pres">
      <dgm:prSet presAssocID="{B786D10A-38AE-4ADF-86D7-E8EFBA4F50D3}" presName="compNode" presStyleCnt="0"/>
      <dgm:spPr/>
    </dgm:pt>
    <dgm:pt modelId="{88F1A8FA-8841-4AF5-8033-93E89CFA2707}" type="pres">
      <dgm:prSet presAssocID="{B786D10A-38AE-4ADF-86D7-E8EFBA4F50D3}" presName="iconBgRect" presStyleLbl="bgShp" presStyleIdx="1" presStyleCnt="4"/>
      <dgm:spPr/>
    </dgm:pt>
    <dgm:pt modelId="{43265FEA-0AED-4422-8211-3FBC8A77BD5D}" type="pres">
      <dgm:prSet presAssocID="{B786D10A-38AE-4ADF-86D7-E8EFBA4F50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022F36-D2CB-4277-BF1A-9F799337B735}" type="pres">
      <dgm:prSet presAssocID="{B786D10A-38AE-4ADF-86D7-E8EFBA4F50D3}" presName="spaceRect" presStyleCnt="0"/>
      <dgm:spPr/>
    </dgm:pt>
    <dgm:pt modelId="{FF021027-FDDC-4A91-BF3C-20FF164A2286}" type="pres">
      <dgm:prSet presAssocID="{B786D10A-38AE-4ADF-86D7-E8EFBA4F50D3}" presName="textRect" presStyleLbl="revTx" presStyleIdx="1" presStyleCnt="4">
        <dgm:presLayoutVars>
          <dgm:chMax val="1"/>
          <dgm:chPref val="1"/>
        </dgm:presLayoutVars>
      </dgm:prSet>
      <dgm:spPr/>
    </dgm:pt>
    <dgm:pt modelId="{B2415306-CD57-4CEB-8E56-B92374FB3F32}" type="pres">
      <dgm:prSet presAssocID="{373ED58C-EFF8-4294-A85A-10ADEE3B667B}" presName="sibTrans" presStyleLbl="sibTrans2D1" presStyleIdx="0" presStyleCnt="0"/>
      <dgm:spPr/>
    </dgm:pt>
    <dgm:pt modelId="{D25F6ADA-F690-497A-93D8-6AA650149382}" type="pres">
      <dgm:prSet presAssocID="{848083CA-25FB-426C-91A0-7C7CB294FC00}" presName="compNode" presStyleCnt="0"/>
      <dgm:spPr/>
    </dgm:pt>
    <dgm:pt modelId="{7695FB70-BC18-41A6-A8C3-DB1ABFDAF4BE}" type="pres">
      <dgm:prSet presAssocID="{848083CA-25FB-426C-91A0-7C7CB294FC00}" presName="iconBgRect" presStyleLbl="bgShp" presStyleIdx="2" presStyleCnt="4"/>
      <dgm:spPr/>
    </dgm:pt>
    <dgm:pt modelId="{68A8BE24-76C1-4E6C-80C4-A5522D0C1B1C}" type="pres">
      <dgm:prSet presAssocID="{848083CA-25FB-426C-91A0-7C7CB294FC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CEF816D-7BEA-42AE-A7E2-4AC4B3064A75}" type="pres">
      <dgm:prSet presAssocID="{848083CA-25FB-426C-91A0-7C7CB294FC00}" presName="spaceRect" presStyleCnt="0"/>
      <dgm:spPr/>
    </dgm:pt>
    <dgm:pt modelId="{4BD87D51-00A1-4EF9-A7DF-238C27FAA3F5}" type="pres">
      <dgm:prSet presAssocID="{848083CA-25FB-426C-91A0-7C7CB294FC00}" presName="textRect" presStyleLbl="revTx" presStyleIdx="2" presStyleCnt="4">
        <dgm:presLayoutVars>
          <dgm:chMax val="1"/>
          <dgm:chPref val="1"/>
        </dgm:presLayoutVars>
      </dgm:prSet>
      <dgm:spPr/>
    </dgm:pt>
    <dgm:pt modelId="{4222D559-DF6F-495B-AFB2-C8C1B357895C}" type="pres">
      <dgm:prSet presAssocID="{E6C147E5-49C8-41E3-BA30-1CAF79DCD0FC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3" presStyleCnt="4"/>
      <dgm:spPr/>
    </dgm:pt>
    <dgm:pt modelId="{27BA9DB4-1386-4712-958C-84E2E35E5659}" type="pres">
      <dgm:prSet presAssocID="{08E500C4-1E85-4EAF-9C18-C7F1173A39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52AD2B27-F039-4C9C-99CC-97A68BC0C94E}" type="presOf" srcId="{B786D10A-38AE-4ADF-86D7-E8EFBA4F50D3}" destId="{FF021027-FDDC-4A91-BF3C-20FF164A2286}" srcOrd="0" destOrd="0" presId="urn:microsoft.com/office/officeart/2018/2/layout/IconCircleList"/>
    <dgm:cxn modelId="{B81AED2B-B217-4FAC-9810-2EF2C829B1AB}" srcId="{99D3D42D-A8A4-46D6-990C-88806CAACB17}" destId="{08E500C4-1E85-4EAF-9C18-C7F1173A398C}" srcOrd="3" destOrd="0" parTransId="{24908846-1B52-4C34-B58C-CB659E8BE208}" sibTransId="{9CB066B8-0F99-4201-85AB-DA01CF78B2F6}"/>
    <dgm:cxn modelId="{A5FCA97F-7193-4D24-8C52-2B07693CF866}" type="presOf" srcId="{08E500C4-1E85-4EAF-9C18-C7F1173A398C}" destId="{A019F58C-8E7D-45D9-8AC0-3786FB03579E}" srcOrd="0" destOrd="0" presId="urn:microsoft.com/office/officeart/2018/2/layout/IconCircleList"/>
    <dgm:cxn modelId="{1975D686-BE5B-45F4-AEE4-83F2ECF1DCE8}" srcId="{99D3D42D-A8A4-46D6-990C-88806CAACB17}" destId="{848083CA-25FB-426C-91A0-7C7CB294FC00}" srcOrd="2" destOrd="0" parTransId="{D9C0F69A-C006-4BF9-AD04-978743CE5A68}" sibTransId="{E6C147E5-49C8-41E3-BA30-1CAF79DCD0FC}"/>
    <dgm:cxn modelId="{74001BA3-7A19-4C56-A13E-B0EB378A4BA4}" type="presOf" srcId="{E6C147E5-49C8-41E3-BA30-1CAF79DCD0FC}" destId="{4222D559-DF6F-495B-AFB2-C8C1B357895C}" srcOrd="0" destOrd="0" presId="urn:microsoft.com/office/officeart/2018/2/layout/IconCircleList"/>
    <dgm:cxn modelId="{CF9733A8-5CAE-4893-9F2E-10DFE395C417}" type="presOf" srcId="{848083CA-25FB-426C-91A0-7C7CB294FC00}" destId="{4BD87D51-00A1-4EF9-A7DF-238C27FAA3F5}" srcOrd="0" destOrd="0" presId="urn:microsoft.com/office/officeart/2018/2/layout/IconCircleList"/>
    <dgm:cxn modelId="{961B2DB4-92B1-46AD-A3C3-2D17CBFE5755}" type="presOf" srcId="{E969693A-E0A1-4DA6-9685-6F2E7921A96E}" destId="{FFCE319D-1725-4BEC-AC63-1C10BE9E78B4}" srcOrd="0" destOrd="0" presId="urn:microsoft.com/office/officeart/2018/2/layout/IconCircleList"/>
    <dgm:cxn modelId="{9A84D7C3-4675-47F4-99DA-31A59BEB913F}" srcId="{99D3D42D-A8A4-46D6-990C-88806CAACB17}" destId="{B786D10A-38AE-4ADF-86D7-E8EFBA4F50D3}" srcOrd="1" destOrd="0" parTransId="{1519443F-F703-4BBD-AE83-5E5C69218542}" sibTransId="{373ED58C-EFF8-4294-A85A-10ADEE3B667B}"/>
    <dgm:cxn modelId="{5FB548E9-54AE-4FAF-962C-75871FCCAA8E}" type="presOf" srcId="{93B85A15-A751-45AB-81E1-D3596B3FA8A6}" destId="{7F378F99-F052-45DE-A4C6-0C51881AF5B1}" srcOrd="0" destOrd="0" presId="urn:microsoft.com/office/officeart/2018/2/layout/IconCircleList"/>
    <dgm:cxn modelId="{2872F0F2-213B-485E-9506-81EDCAFC6364}" type="presOf" srcId="{373ED58C-EFF8-4294-A85A-10ADEE3B667B}" destId="{B2415306-CD57-4CEB-8E56-B92374FB3F32}" srcOrd="0" destOrd="0" presId="urn:microsoft.com/office/officeart/2018/2/layout/IconCircleList"/>
    <dgm:cxn modelId="{CC0165FD-D142-49C0-BB10-E52E405E6966}" srcId="{99D3D42D-A8A4-46D6-990C-88806CAACB17}" destId="{E969693A-E0A1-4DA6-9685-6F2E7921A96E}" srcOrd="0" destOrd="0" parTransId="{E3A12F1E-C186-42EF-85E7-74901FA381B8}" sibTransId="{93B85A15-A751-45AB-81E1-D3596B3FA8A6}"/>
    <dgm:cxn modelId="{1C2EA936-9D06-4583-A88F-9220AEB9BB7C}" type="presParOf" srcId="{F77EF189-7166-4883-9F20-8D99F3D647BD}" destId="{FA81681F-DE86-44A3-925A-339AC7276B96}" srcOrd="0" destOrd="0" presId="urn:microsoft.com/office/officeart/2018/2/layout/IconCircleList"/>
    <dgm:cxn modelId="{3EDEB3BA-1F93-4994-B108-6BCE2D676467}" type="presParOf" srcId="{FA81681F-DE86-44A3-925A-339AC7276B96}" destId="{A7F078D0-0EA9-4B56-820F-046830511AE0}" srcOrd="0" destOrd="0" presId="urn:microsoft.com/office/officeart/2018/2/layout/IconCircleList"/>
    <dgm:cxn modelId="{42AD715B-F1B4-4827-A44D-7AC39CF383B4}" type="presParOf" srcId="{A7F078D0-0EA9-4B56-820F-046830511AE0}" destId="{EA2D0092-055E-45C4-8751-24117DEE93B7}" srcOrd="0" destOrd="0" presId="urn:microsoft.com/office/officeart/2018/2/layout/IconCircleList"/>
    <dgm:cxn modelId="{FB667DEB-6911-47CC-B2E4-46EB70009984}" type="presParOf" srcId="{A7F078D0-0EA9-4B56-820F-046830511AE0}" destId="{71EC6BFA-D438-4057-8B4E-B3C65F4A45BB}" srcOrd="1" destOrd="0" presId="urn:microsoft.com/office/officeart/2018/2/layout/IconCircleList"/>
    <dgm:cxn modelId="{CE792278-8125-45F4-AD98-E8CBC9200905}" type="presParOf" srcId="{A7F078D0-0EA9-4B56-820F-046830511AE0}" destId="{7388E467-7DE6-45F1-9BE4-DCEA8FF0FE60}" srcOrd="2" destOrd="0" presId="urn:microsoft.com/office/officeart/2018/2/layout/IconCircleList"/>
    <dgm:cxn modelId="{DA1A198E-CC8F-4F28-A71D-957F7C6666B8}" type="presParOf" srcId="{A7F078D0-0EA9-4B56-820F-046830511AE0}" destId="{FFCE319D-1725-4BEC-AC63-1C10BE9E78B4}" srcOrd="3" destOrd="0" presId="urn:microsoft.com/office/officeart/2018/2/layout/IconCircleList"/>
    <dgm:cxn modelId="{1A5147D4-E9FE-4946-8F20-5D3CA9083AE8}" type="presParOf" srcId="{FA81681F-DE86-44A3-925A-339AC7276B96}" destId="{7F378F99-F052-45DE-A4C6-0C51881AF5B1}" srcOrd="1" destOrd="0" presId="urn:microsoft.com/office/officeart/2018/2/layout/IconCircleList"/>
    <dgm:cxn modelId="{FA091817-45E9-4218-943B-FFEFFC3363FB}" type="presParOf" srcId="{FA81681F-DE86-44A3-925A-339AC7276B96}" destId="{20025610-D390-4168-A44B-C47FB2819330}" srcOrd="2" destOrd="0" presId="urn:microsoft.com/office/officeart/2018/2/layout/IconCircleList"/>
    <dgm:cxn modelId="{BCE16751-98B2-42E0-A760-F6441FF62AA7}" type="presParOf" srcId="{20025610-D390-4168-A44B-C47FB2819330}" destId="{88F1A8FA-8841-4AF5-8033-93E89CFA2707}" srcOrd="0" destOrd="0" presId="urn:microsoft.com/office/officeart/2018/2/layout/IconCircleList"/>
    <dgm:cxn modelId="{1F443310-E8B9-4F10-9B17-A5EEB503DCA7}" type="presParOf" srcId="{20025610-D390-4168-A44B-C47FB2819330}" destId="{43265FEA-0AED-4422-8211-3FBC8A77BD5D}" srcOrd="1" destOrd="0" presId="urn:microsoft.com/office/officeart/2018/2/layout/IconCircleList"/>
    <dgm:cxn modelId="{131E9BAF-3320-4D6D-BE4B-13A86FE6CDC8}" type="presParOf" srcId="{20025610-D390-4168-A44B-C47FB2819330}" destId="{A1022F36-D2CB-4277-BF1A-9F799337B735}" srcOrd="2" destOrd="0" presId="urn:microsoft.com/office/officeart/2018/2/layout/IconCircleList"/>
    <dgm:cxn modelId="{6E638D5D-23D4-4295-8341-1AB2476549CD}" type="presParOf" srcId="{20025610-D390-4168-A44B-C47FB2819330}" destId="{FF021027-FDDC-4A91-BF3C-20FF164A2286}" srcOrd="3" destOrd="0" presId="urn:microsoft.com/office/officeart/2018/2/layout/IconCircleList"/>
    <dgm:cxn modelId="{D206EA00-8DF7-431C-B031-69125F8F08FB}" type="presParOf" srcId="{FA81681F-DE86-44A3-925A-339AC7276B96}" destId="{B2415306-CD57-4CEB-8E56-B92374FB3F32}" srcOrd="3" destOrd="0" presId="urn:microsoft.com/office/officeart/2018/2/layout/IconCircleList"/>
    <dgm:cxn modelId="{ED4CD942-EE92-41E1-A870-BD45B8CF6CAA}" type="presParOf" srcId="{FA81681F-DE86-44A3-925A-339AC7276B96}" destId="{D25F6ADA-F690-497A-93D8-6AA650149382}" srcOrd="4" destOrd="0" presId="urn:microsoft.com/office/officeart/2018/2/layout/IconCircleList"/>
    <dgm:cxn modelId="{0F3D3133-5A44-45A2-89CA-F4DA09DC9A69}" type="presParOf" srcId="{D25F6ADA-F690-497A-93D8-6AA650149382}" destId="{7695FB70-BC18-41A6-A8C3-DB1ABFDAF4BE}" srcOrd="0" destOrd="0" presId="urn:microsoft.com/office/officeart/2018/2/layout/IconCircleList"/>
    <dgm:cxn modelId="{CBE907B7-8042-491F-85B6-96BE50A088C1}" type="presParOf" srcId="{D25F6ADA-F690-497A-93D8-6AA650149382}" destId="{68A8BE24-76C1-4E6C-80C4-A5522D0C1B1C}" srcOrd="1" destOrd="0" presId="urn:microsoft.com/office/officeart/2018/2/layout/IconCircleList"/>
    <dgm:cxn modelId="{7DA2F33D-524C-432F-BD19-E28EB33929CF}" type="presParOf" srcId="{D25F6ADA-F690-497A-93D8-6AA650149382}" destId="{6CEF816D-7BEA-42AE-A7E2-4AC4B3064A75}" srcOrd="2" destOrd="0" presId="urn:microsoft.com/office/officeart/2018/2/layout/IconCircleList"/>
    <dgm:cxn modelId="{869F42DA-BE5A-4AC7-A53F-7DFCF2DE6AA0}" type="presParOf" srcId="{D25F6ADA-F690-497A-93D8-6AA650149382}" destId="{4BD87D51-00A1-4EF9-A7DF-238C27FAA3F5}" srcOrd="3" destOrd="0" presId="urn:microsoft.com/office/officeart/2018/2/layout/IconCircleList"/>
    <dgm:cxn modelId="{EFCAD298-3BFA-4F39-BA76-41B0D531E352}" type="presParOf" srcId="{FA81681F-DE86-44A3-925A-339AC7276B96}" destId="{4222D559-DF6F-495B-AFB2-C8C1B357895C}" srcOrd="5" destOrd="0" presId="urn:microsoft.com/office/officeart/2018/2/layout/IconCircleList"/>
    <dgm:cxn modelId="{04512342-55B9-458A-A850-7EC97E01A0C8}" type="presParOf" srcId="{FA81681F-DE86-44A3-925A-339AC7276B96}" destId="{B4295CB3-804E-42D7-B6C1-81F740BBACA5}" srcOrd="6" destOrd="0" presId="urn:microsoft.com/office/officeart/2018/2/layout/IconCircleList"/>
    <dgm:cxn modelId="{A22EE370-A093-42B9-A23B-4BDB8C887E76}" type="presParOf" srcId="{B4295CB3-804E-42D7-B6C1-81F740BBACA5}" destId="{D2E1AF49-152E-485D-A443-7D168EE63ABE}" srcOrd="0" destOrd="0" presId="urn:microsoft.com/office/officeart/2018/2/layout/IconCircleList"/>
    <dgm:cxn modelId="{450E0AB7-829E-4D7E-A1D7-0D75515B66FE}" type="presParOf" srcId="{B4295CB3-804E-42D7-B6C1-81F740BBACA5}" destId="{27BA9DB4-1386-4712-958C-84E2E35E5659}" srcOrd="1" destOrd="0" presId="urn:microsoft.com/office/officeart/2018/2/layout/IconCircleList"/>
    <dgm:cxn modelId="{0EAFF530-E877-4F4E-A59F-DF2BC50D7BCA}" type="presParOf" srcId="{B4295CB3-804E-42D7-B6C1-81F740BBACA5}" destId="{0F427593-ED9D-469A-B53A-4E3D486409B2}" srcOrd="2" destOrd="0" presId="urn:microsoft.com/office/officeart/2018/2/layout/IconCircleList"/>
    <dgm:cxn modelId="{60B4CD96-1424-42A3-8375-1E8B12357014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RAG Pipeline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F2338E-0DFD-454C-9C7B-93DA8E11F59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DataBase for the Pipeline</a:t>
          </a:r>
        </a:p>
      </dgm:t>
    </dgm:pt>
    <dgm:pt modelId="{6DB3FFFC-854B-4D5F-801E-485945ABB07B}" type="parTrans" cxnId="{ED88275D-479A-425C-AE35-1025CCABAFAA}">
      <dgm:prSet/>
      <dgm:spPr/>
      <dgm:t>
        <a:bodyPr/>
        <a:lstStyle/>
        <a:p>
          <a:endParaRPr lang="en-US"/>
        </a:p>
      </dgm:t>
    </dgm:pt>
    <dgm:pt modelId="{928BA669-8583-4259-A038-D7621EDBD5F0}" type="sibTrans" cxnId="{ED88275D-479A-425C-AE35-1025CCABAF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506CB2-6140-496B-853E-2C363A49DB7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Expand on the Red Teaming efforts and put all Hallucinations into buckets</a:t>
          </a:r>
        </a:p>
      </dgm:t>
    </dgm:pt>
    <dgm:pt modelId="{625A5A31-03E7-45B2-AEC2-A2003FB9129B}" type="parTrans" cxnId="{9F01E93C-0849-47D2-AA26-CD4BE2739340}">
      <dgm:prSet/>
      <dgm:spPr/>
      <dgm:t>
        <a:bodyPr/>
        <a:lstStyle/>
        <a:p>
          <a:endParaRPr lang="en-US"/>
        </a:p>
      </dgm:t>
    </dgm:pt>
    <dgm:pt modelId="{C4BD6CC5-31DF-4DE9-B29D-8905E9712EAB}" type="sibTrans" cxnId="{9F01E93C-0849-47D2-AA26-CD4BE27393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3EDD4A-2B6D-46D9-9DE0-26A09369F91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Finetune everything</a:t>
          </a:r>
        </a:p>
      </dgm:t>
    </dgm:pt>
    <dgm:pt modelId="{85115AD8-B492-43C4-A1E4-499FB8297E01}" type="parTrans" cxnId="{C27CC4B4-A3B4-48DA-8105-FBE10DCF31E5}">
      <dgm:prSet/>
      <dgm:spPr/>
      <dgm:t>
        <a:bodyPr/>
        <a:lstStyle/>
        <a:p>
          <a:endParaRPr lang="en-US"/>
        </a:p>
      </dgm:t>
    </dgm:pt>
    <dgm:pt modelId="{148098D2-1DFF-4C9C-9102-FB22238EE4DB}" type="sibTrans" cxnId="{C27CC4B4-A3B4-48DA-8105-FBE10DCF31E5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0" presStyleCnt="4"/>
      <dgm:spPr/>
    </dgm:pt>
    <dgm:pt modelId="{27BA9DB4-1386-4712-958C-84E2E35E5659}" type="pres">
      <dgm:prSet presAssocID="{08E500C4-1E85-4EAF-9C18-C7F1173A39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0" presStyleCnt="4">
        <dgm:presLayoutVars>
          <dgm:chMax val="1"/>
          <dgm:chPref val="1"/>
        </dgm:presLayoutVars>
      </dgm:prSet>
      <dgm:spPr/>
    </dgm:pt>
    <dgm:pt modelId="{1278F83C-F174-4443-B8DB-E01E199E169C}" type="pres">
      <dgm:prSet presAssocID="{9CB066B8-0F99-4201-85AB-DA01CF78B2F6}" presName="sibTrans" presStyleLbl="sibTrans2D1" presStyleIdx="0" presStyleCnt="0"/>
      <dgm:spPr/>
    </dgm:pt>
    <dgm:pt modelId="{F8D4917A-4FA4-42EC-A83F-4832B3399609}" type="pres">
      <dgm:prSet presAssocID="{43F2338E-0DFD-454C-9C7B-93DA8E11F59E}" presName="compNode" presStyleCnt="0"/>
      <dgm:spPr/>
    </dgm:pt>
    <dgm:pt modelId="{197D459D-A310-4F9A-9ECF-86FE2E2C968E}" type="pres">
      <dgm:prSet presAssocID="{43F2338E-0DFD-454C-9C7B-93DA8E11F59E}" presName="iconBgRect" presStyleLbl="bgShp" presStyleIdx="1" presStyleCnt="4"/>
      <dgm:spPr/>
    </dgm:pt>
    <dgm:pt modelId="{A2B002B2-2E4E-4859-8B24-4F58810DC135}" type="pres">
      <dgm:prSet presAssocID="{43F2338E-0DFD-454C-9C7B-93DA8E11F59E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15376E83-C4B4-4D1D-BBAC-5730D58DEA8B}" type="pres">
      <dgm:prSet presAssocID="{43F2338E-0DFD-454C-9C7B-93DA8E11F59E}" presName="spaceRect" presStyleCnt="0"/>
      <dgm:spPr/>
    </dgm:pt>
    <dgm:pt modelId="{355D76B6-63C2-4BA9-84AA-25131C1B0992}" type="pres">
      <dgm:prSet presAssocID="{43F2338E-0DFD-454C-9C7B-93DA8E11F59E}" presName="textRect" presStyleLbl="revTx" presStyleIdx="1" presStyleCnt="4">
        <dgm:presLayoutVars>
          <dgm:chMax val="1"/>
          <dgm:chPref val="1"/>
        </dgm:presLayoutVars>
      </dgm:prSet>
      <dgm:spPr/>
    </dgm:pt>
    <dgm:pt modelId="{FFA7B472-3A1D-4499-88B2-EF414053CCFE}" type="pres">
      <dgm:prSet presAssocID="{928BA669-8583-4259-A038-D7621EDBD5F0}" presName="sibTrans" presStyleLbl="sibTrans2D1" presStyleIdx="0" presStyleCnt="0"/>
      <dgm:spPr/>
    </dgm:pt>
    <dgm:pt modelId="{2FB88078-DBDD-49A3-BBC2-5949929BBAFE}" type="pres">
      <dgm:prSet presAssocID="{EE506CB2-6140-496B-853E-2C363A49DB76}" presName="compNode" presStyleCnt="0"/>
      <dgm:spPr/>
    </dgm:pt>
    <dgm:pt modelId="{88E43DCE-AEC7-43C6-A286-A591775E6381}" type="pres">
      <dgm:prSet presAssocID="{EE506CB2-6140-496B-853E-2C363A49DB76}" presName="iconBgRect" presStyleLbl="bgShp" presStyleIdx="2" presStyleCnt="4"/>
      <dgm:spPr/>
    </dgm:pt>
    <dgm:pt modelId="{F9C0CEB8-9F1E-46CD-BA56-AC4B88818EDE}" type="pres">
      <dgm:prSet presAssocID="{EE506CB2-6140-496B-853E-2C363A49DB76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D504AF4B-2327-49FC-8F92-20029A9E1D5E}" type="pres">
      <dgm:prSet presAssocID="{EE506CB2-6140-496B-853E-2C363A49DB76}" presName="spaceRect" presStyleCnt="0"/>
      <dgm:spPr/>
    </dgm:pt>
    <dgm:pt modelId="{77253DB7-8B56-4374-852F-FCA247517889}" type="pres">
      <dgm:prSet presAssocID="{EE506CB2-6140-496B-853E-2C363A49DB76}" presName="textRect" presStyleLbl="revTx" presStyleIdx="2" presStyleCnt="4">
        <dgm:presLayoutVars>
          <dgm:chMax val="1"/>
          <dgm:chPref val="1"/>
        </dgm:presLayoutVars>
      </dgm:prSet>
      <dgm:spPr/>
    </dgm:pt>
    <dgm:pt modelId="{44018D46-5082-487D-900A-77BA7F4D5570}" type="pres">
      <dgm:prSet presAssocID="{C4BD6CC5-31DF-4DE9-B29D-8905E9712EAB}" presName="sibTrans" presStyleLbl="sibTrans2D1" presStyleIdx="0" presStyleCnt="0"/>
      <dgm:spPr/>
    </dgm:pt>
    <dgm:pt modelId="{7F57B47A-BDB0-46F5-B3CA-E0B794966D7A}" type="pres">
      <dgm:prSet presAssocID="{473EDD4A-2B6D-46D9-9DE0-26A09369F910}" presName="compNode" presStyleCnt="0"/>
      <dgm:spPr/>
    </dgm:pt>
    <dgm:pt modelId="{841DB549-B524-4DD6-AD67-382042FEFCED}" type="pres">
      <dgm:prSet presAssocID="{473EDD4A-2B6D-46D9-9DE0-26A09369F910}" presName="iconBgRect" presStyleLbl="bgShp" presStyleIdx="3" presStyleCnt="4"/>
      <dgm:spPr/>
    </dgm:pt>
    <dgm:pt modelId="{3480628B-6620-4D08-8E62-2915E15B60A3}" type="pres">
      <dgm:prSet presAssocID="{473EDD4A-2B6D-46D9-9DE0-26A09369F910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93887120-38C8-4029-838C-776B3E8174D1}" type="pres">
      <dgm:prSet presAssocID="{473EDD4A-2B6D-46D9-9DE0-26A09369F910}" presName="spaceRect" presStyleCnt="0"/>
      <dgm:spPr/>
    </dgm:pt>
    <dgm:pt modelId="{DC6211F3-7B6B-4D93-B4F7-902156D46CF5}" type="pres">
      <dgm:prSet presAssocID="{473EDD4A-2B6D-46D9-9DE0-26A09369F9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0" destOrd="0" parTransId="{24908846-1B52-4C34-B58C-CB659E8BE208}" sibTransId="{9CB066B8-0F99-4201-85AB-DA01CF78B2F6}"/>
    <dgm:cxn modelId="{9F01E93C-0849-47D2-AA26-CD4BE2739340}" srcId="{99D3D42D-A8A4-46D6-990C-88806CAACB17}" destId="{EE506CB2-6140-496B-853E-2C363A49DB76}" srcOrd="2" destOrd="0" parTransId="{625A5A31-03E7-45B2-AEC2-A2003FB9129B}" sibTransId="{C4BD6CC5-31DF-4DE9-B29D-8905E9712EAB}"/>
    <dgm:cxn modelId="{ED88275D-479A-425C-AE35-1025CCABAFAA}" srcId="{99D3D42D-A8A4-46D6-990C-88806CAACB17}" destId="{43F2338E-0DFD-454C-9C7B-93DA8E11F59E}" srcOrd="1" destOrd="0" parTransId="{6DB3FFFC-854B-4D5F-801E-485945ABB07B}" sibTransId="{928BA669-8583-4259-A038-D7621EDBD5F0}"/>
    <dgm:cxn modelId="{C52B4A6A-A6E7-4FD2-95F2-D02A53307A1F}" type="presOf" srcId="{EE506CB2-6140-496B-853E-2C363A49DB76}" destId="{77253DB7-8B56-4374-852F-FCA247517889}" srcOrd="0" destOrd="0" presId="urn:microsoft.com/office/officeart/2018/2/layout/IconCircleList"/>
    <dgm:cxn modelId="{A27F47AD-D2B6-4812-BCB4-06798CE6B525}" type="presOf" srcId="{9CB066B8-0F99-4201-85AB-DA01CF78B2F6}" destId="{1278F83C-F174-4443-B8DB-E01E199E169C}" srcOrd="0" destOrd="0" presId="urn:microsoft.com/office/officeart/2018/2/layout/IconCircleList"/>
    <dgm:cxn modelId="{C27CC4B4-A3B4-48DA-8105-FBE10DCF31E5}" srcId="{99D3D42D-A8A4-46D6-990C-88806CAACB17}" destId="{473EDD4A-2B6D-46D9-9DE0-26A09369F910}" srcOrd="3" destOrd="0" parTransId="{85115AD8-B492-43C4-A1E4-499FB8297E01}" sibTransId="{148098D2-1DFF-4C9C-9102-FB22238EE4DB}"/>
    <dgm:cxn modelId="{A14FBEB9-43EE-48AB-BE6B-9F713E8AFD78}" type="presOf" srcId="{43F2338E-0DFD-454C-9C7B-93DA8E11F59E}" destId="{355D76B6-63C2-4BA9-84AA-25131C1B0992}" srcOrd="0" destOrd="0" presId="urn:microsoft.com/office/officeart/2018/2/layout/IconCircleList"/>
    <dgm:cxn modelId="{F72594C3-A8EB-4179-A13E-DEE9CC00B713}" type="presOf" srcId="{08E500C4-1E85-4EAF-9C18-C7F1173A398C}" destId="{A019F58C-8E7D-45D9-8AC0-3786FB03579E}" srcOrd="0" destOrd="0" presId="urn:microsoft.com/office/officeart/2018/2/layout/IconCircleList"/>
    <dgm:cxn modelId="{A18C51CC-135E-4B7A-BAC3-DC6F364B206B}" type="presOf" srcId="{473EDD4A-2B6D-46D9-9DE0-26A09369F910}" destId="{DC6211F3-7B6B-4D93-B4F7-902156D46CF5}" srcOrd="0" destOrd="0" presId="urn:microsoft.com/office/officeart/2018/2/layout/IconCircleList"/>
    <dgm:cxn modelId="{5C50E3D7-DEAA-4FC5-8978-3EE49A5FA630}" type="presOf" srcId="{C4BD6CC5-31DF-4DE9-B29D-8905E9712EAB}" destId="{44018D46-5082-487D-900A-77BA7F4D5570}" srcOrd="0" destOrd="0" presId="urn:microsoft.com/office/officeart/2018/2/layout/IconCircleList"/>
    <dgm:cxn modelId="{194870E1-C242-4023-BA39-05C8EA3D7E2B}" type="presOf" srcId="{928BA669-8583-4259-A038-D7621EDBD5F0}" destId="{FFA7B472-3A1D-4499-88B2-EF414053CCFE}" srcOrd="0" destOrd="0" presId="urn:microsoft.com/office/officeart/2018/2/layout/IconCircleList"/>
    <dgm:cxn modelId="{763F1998-09B3-42C9-AE41-E8806B010D48}" type="presParOf" srcId="{F77EF189-7166-4883-9F20-8D99F3D647BD}" destId="{FA81681F-DE86-44A3-925A-339AC7276B96}" srcOrd="0" destOrd="0" presId="urn:microsoft.com/office/officeart/2018/2/layout/IconCircleList"/>
    <dgm:cxn modelId="{F8793AD9-F99F-4005-A7B1-BF11C312AB9B}" type="presParOf" srcId="{FA81681F-DE86-44A3-925A-339AC7276B96}" destId="{B4295CB3-804E-42D7-B6C1-81F740BBACA5}" srcOrd="0" destOrd="0" presId="urn:microsoft.com/office/officeart/2018/2/layout/IconCircleList"/>
    <dgm:cxn modelId="{9CD2DDC1-3577-4CC7-972B-ACC36A1EB983}" type="presParOf" srcId="{B4295CB3-804E-42D7-B6C1-81F740BBACA5}" destId="{D2E1AF49-152E-485D-A443-7D168EE63ABE}" srcOrd="0" destOrd="0" presId="urn:microsoft.com/office/officeart/2018/2/layout/IconCircleList"/>
    <dgm:cxn modelId="{AE403BEA-C5D5-4FD7-97D6-602375AC66A0}" type="presParOf" srcId="{B4295CB3-804E-42D7-B6C1-81F740BBACA5}" destId="{27BA9DB4-1386-4712-958C-84E2E35E5659}" srcOrd="1" destOrd="0" presId="urn:microsoft.com/office/officeart/2018/2/layout/IconCircleList"/>
    <dgm:cxn modelId="{6B4C7480-C2B1-413E-8697-6A2A66CE1555}" type="presParOf" srcId="{B4295CB3-804E-42D7-B6C1-81F740BBACA5}" destId="{0F427593-ED9D-469A-B53A-4E3D486409B2}" srcOrd="2" destOrd="0" presId="urn:microsoft.com/office/officeart/2018/2/layout/IconCircleList"/>
    <dgm:cxn modelId="{B8B8BDB0-5F28-41A1-A097-4683AF0A77E0}" type="presParOf" srcId="{B4295CB3-804E-42D7-B6C1-81F740BBACA5}" destId="{A019F58C-8E7D-45D9-8AC0-3786FB03579E}" srcOrd="3" destOrd="0" presId="urn:microsoft.com/office/officeart/2018/2/layout/IconCircleList"/>
    <dgm:cxn modelId="{F09CD820-B0A8-442C-95E1-D9C719399825}" type="presParOf" srcId="{FA81681F-DE86-44A3-925A-339AC7276B96}" destId="{1278F83C-F174-4443-B8DB-E01E199E169C}" srcOrd="1" destOrd="0" presId="urn:microsoft.com/office/officeart/2018/2/layout/IconCircleList"/>
    <dgm:cxn modelId="{037B7668-45BA-4E4A-9E47-7BE124A823DA}" type="presParOf" srcId="{FA81681F-DE86-44A3-925A-339AC7276B96}" destId="{F8D4917A-4FA4-42EC-A83F-4832B3399609}" srcOrd="2" destOrd="0" presId="urn:microsoft.com/office/officeart/2018/2/layout/IconCircleList"/>
    <dgm:cxn modelId="{E7CC10FC-AFDB-424D-B313-217B15D47EB7}" type="presParOf" srcId="{F8D4917A-4FA4-42EC-A83F-4832B3399609}" destId="{197D459D-A310-4F9A-9ECF-86FE2E2C968E}" srcOrd="0" destOrd="0" presId="urn:microsoft.com/office/officeart/2018/2/layout/IconCircleList"/>
    <dgm:cxn modelId="{4B2004FB-F8AE-4CA9-8616-42A65F38CF60}" type="presParOf" srcId="{F8D4917A-4FA4-42EC-A83F-4832B3399609}" destId="{A2B002B2-2E4E-4859-8B24-4F58810DC135}" srcOrd="1" destOrd="0" presId="urn:microsoft.com/office/officeart/2018/2/layout/IconCircleList"/>
    <dgm:cxn modelId="{3A95F75C-0BDE-42C1-AC2D-E24FC8B3E668}" type="presParOf" srcId="{F8D4917A-4FA4-42EC-A83F-4832B3399609}" destId="{15376E83-C4B4-4D1D-BBAC-5730D58DEA8B}" srcOrd="2" destOrd="0" presId="urn:microsoft.com/office/officeart/2018/2/layout/IconCircleList"/>
    <dgm:cxn modelId="{86DBB88F-8240-40F6-A541-6E18917C018B}" type="presParOf" srcId="{F8D4917A-4FA4-42EC-A83F-4832B3399609}" destId="{355D76B6-63C2-4BA9-84AA-25131C1B0992}" srcOrd="3" destOrd="0" presId="urn:microsoft.com/office/officeart/2018/2/layout/IconCircleList"/>
    <dgm:cxn modelId="{CC07B7F1-9A0E-439B-80DA-7B0FC90DCC42}" type="presParOf" srcId="{FA81681F-DE86-44A3-925A-339AC7276B96}" destId="{FFA7B472-3A1D-4499-88B2-EF414053CCFE}" srcOrd="3" destOrd="0" presId="urn:microsoft.com/office/officeart/2018/2/layout/IconCircleList"/>
    <dgm:cxn modelId="{EC80BD6D-BB54-43C5-A051-60F75B935F3A}" type="presParOf" srcId="{FA81681F-DE86-44A3-925A-339AC7276B96}" destId="{2FB88078-DBDD-49A3-BBC2-5949929BBAFE}" srcOrd="4" destOrd="0" presId="urn:microsoft.com/office/officeart/2018/2/layout/IconCircleList"/>
    <dgm:cxn modelId="{632393E2-33F8-4BE5-A694-6D52820D3095}" type="presParOf" srcId="{2FB88078-DBDD-49A3-BBC2-5949929BBAFE}" destId="{88E43DCE-AEC7-43C6-A286-A591775E6381}" srcOrd="0" destOrd="0" presId="urn:microsoft.com/office/officeart/2018/2/layout/IconCircleList"/>
    <dgm:cxn modelId="{3ACC5DB2-3531-40BB-B5B0-B46CC501BE10}" type="presParOf" srcId="{2FB88078-DBDD-49A3-BBC2-5949929BBAFE}" destId="{F9C0CEB8-9F1E-46CD-BA56-AC4B88818EDE}" srcOrd="1" destOrd="0" presId="urn:microsoft.com/office/officeart/2018/2/layout/IconCircleList"/>
    <dgm:cxn modelId="{DA40FA6D-35C0-465F-9A9C-A4E75DA15BD6}" type="presParOf" srcId="{2FB88078-DBDD-49A3-BBC2-5949929BBAFE}" destId="{D504AF4B-2327-49FC-8F92-20029A9E1D5E}" srcOrd="2" destOrd="0" presId="urn:microsoft.com/office/officeart/2018/2/layout/IconCircleList"/>
    <dgm:cxn modelId="{45E97828-874B-4A05-A42D-CF51E027875F}" type="presParOf" srcId="{2FB88078-DBDD-49A3-BBC2-5949929BBAFE}" destId="{77253DB7-8B56-4374-852F-FCA247517889}" srcOrd="3" destOrd="0" presId="urn:microsoft.com/office/officeart/2018/2/layout/IconCircleList"/>
    <dgm:cxn modelId="{23375BA4-9E73-4972-A36D-3992DEC9E134}" type="presParOf" srcId="{FA81681F-DE86-44A3-925A-339AC7276B96}" destId="{44018D46-5082-487D-900A-77BA7F4D5570}" srcOrd="5" destOrd="0" presId="urn:microsoft.com/office/officeart/2018/2/layout/IconCircleList"/>
    <dgm:cxn modelId="{854B4E91-37F1-452C-9E10-7ECF6178A5F4}" type="presParOf" srcId="{FA81681F-DE86-44A3-925A-339AC7276B96}" destId="{7F57B47A-BDB0-46F5-B3CA-E0B794966D7A}" srcOrd="6" destOrd="0" presId="urn:microsoft.com/office/officeart/2018/2/layout/IconCircleList"/>
    <dgm:cxn modelId="{AC53D962-B3C6-498D-ABAC-D143D04C3E5C}" type="presParOf" srcId="{7F57B47A-BDB0-46F5-B3CA-E0B794966D7A}" destId="{841DB549-B524-4DD6-AD67-382042FEFCED}" srcOrd="0" destOrd="0" presId="urn:microsoft.com/office/officeart/2018/2/layout/IconCircleList"/>
    <dgm:cxn modelId="{4EA69D94-35A4-4139-9DAA-B50A4C895DD5}" type="presParOf" srcId="{7F57B47A-BDB0-46F5-B3CA-E0B794966D7A}" destId="{3480628B-6620-4D08-8E62-2915E15B60A3}" srcOrd="1" destOrd="0" presId="urn:microsoft.com/office/officeart/2018/2/layout/IconCircleList"/>
    <dgm:cxn modelId="{A5E1089F-1000-4B6D-84E3-EAB7AE86AA8D}" type="presParOf" srcId="{7F57B47A-BDB0-46F5-B3CA-E0B794966D7A}" destId="{93887120-38C8-4029-838C-776B3E8174D1}" srcOrd="2" destOrd="0" presId="urn:microsoft.com/office/officeart/2018/2/layout/IconCircleList"/>
    <dgm:cxn modelId="{30872BFE-44AE-4913-B596-0E0C6DB73677}" type="presParOf" srcId="{7F57B47A-BDB0-46F5-B3CA-E0B794966D7A}" destId="{DC6211F3-7B6B-4D93-B4F7-902156D46C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Documentation, Documentation, Documentation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1883FCF4-C118-4279-9BB9-28408686BB7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RAG Pipeline Refinement</a:t>
          </a:r>
        </a:p>
      </dgm:t>
    </dgm:pt>
    <dgm:pt modelId="{BB9E39E2-1D56-407A-9F95-02AEDB77013B}" type="parTrans" cxnId="{74F41DD9-EC22-460A-85B8-A5C4F51B728C}">
      <dgm:prSet/>
      <dgm:spPr/>
    </dgm:pt>
    <dgm:pt modelId="{18077646-1012-4AAE-9BCA-B9934C02542E}" type="sibTrans" cxnId="{74F41DD9-EC22-460A-85B8-A5C4F51B72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0AAAED9E-BD77-4BA9-B00C-3A96015F11F6}" type="pres">
      <dgm:prSet presAssocID="{1883FCF4-C118-4279-9BB9-28408686BB72}" presName="compNode" presStyleCnt="0"/>
      <dgm:spPr/>
    </dgm:pt>
    <dgm:pt modelId="{6AC443CE-A805-49D9-99F7-CD6C495EFB23}" type="pres">
      <dgm:prSet presAssocID="{1883FCF4-C118-4279-9BB9-28408686BB72}" presName="iconBgRect" presStyleLbl="bgShp" presStyleIdx="0" presStyleCnt="2"/>
      <dgm:spPr/>
    </dgm:pt>
    <dgm:pt modelId="{3DA86BB6-F85A-451D-A1DB-AED82C3F7353}" type="pres">
      <dgm:prSet presAssocID="{1883FCF4-C118-4279-9BB9-28408686BB72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B075D1D-63C8-4EDB-BF8C-4C5024E4C585}" type="pres">
      <dgm:prSet presAssocID="{1883FCF4-C118-4279-9BB9-28408686BB72}" presName="spaceRect" presStyleCnt="0"/>
      <dgm:spPr/>
    </dgm:pt>
    <dgm:pt modelId="{34104283-DDA5-47DA-8869-4C3FE70CC6CA}" type="pres">
      <dgm:prSet presAssocID="{1883FCF4-C118-4279-9BB9-28408686BB72}" presName="textRect" presStyleLbl="revTx" presStyleIdx="0" presStyleCnt="2">
        <dgm:presLayoutVars>
          <dgm:chMax val="1"/>
          <dgm:chPref val="1"/>
        </dgm:presLayoutVars>
      </dgm:prSet>
      <dgm:spPr/>
    </dgm:pt>
    <dgm:pt modelId="{5CA3D232-7D9C-44C1-BE85-893D587A26EC}" type="pres">
      <dgm:prSet presAssocID="{18077646-1012-4AAE-9BCA-B9934C02542E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1" presStyleCnt="2"/>
      <dgm:spPr/>
    </dgm:pt>
    <dgm:pt modelId="{27BA9DB4-1386-4712-958C-84E2E35E5659}" type="pres">
      <dgm:prSet presAssocID="{08E500C4-1E85-4EAF-9C18-C7F1173A39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1" destOrd="0" parTransId="{24908846-1B52-4C34-B58C-CB659E8BE208}" sibTransId="{9CB066B8-0F99-4201-85AB-DA01CF78B2F6}"/>
    <dgm:cxn modelId="{0DEB3D2F-6097-43E2-AF21-BFCC8C9DABF8}" type="presOf" srcId="{08E500C4-1E85-4EAF-9C18-C7F1173A398C}" destId="{A019F58C-8E7D-45D9-8AC0-3786FB03579E}" srcOrd="0" destOrd="0" presId="urn:microsoft.com/office/officeart/2018/2/layout/IconCircleList"/>
    <dgm:cxn modelId="{04689953-B354-45CC-AC57-EBE59B91E641}" type="presOf" srcId="{18077646-1012-4AAE-9BCA-B9934C02542E}" destId="{5CA3D232-7D9C-44C1-BE85-893D587A26EC}" srcOrd="0" destOrd="0" presId="urn:microsoft.com/office/officeart/2018/2/layout/IconCircleList"/>
    <dgm:cxn modelId="{74F41DD9-EC22-460A-85B8-A5C4F51B728C}" srcId="{99D3D42D-A8A4-46D6-990C-88806CAACB17}" destId="{1883FCF4-C118-4279-9BB9-28408686BB72}" srcOrd="0" destOrd="0" parTransId="{BB9E39E2-1D56-407A-9F95-02AEDB77013B}" sibTransId="{18077646-1012-4AAE-9BCA-B9934C02542E}"/>
    <dgm:cxn modelId="{4BE3EEF0-722D-44AA-8993-E68ADF03DAB1}" type="presOf" srcId="{1883FCF4-C118-4279-9BB9-28408686BB72}" destId="{34104283-DDA5-47DA-8869-4C3FE70CC6CA}" srcOrd="0" destOrd="0" presId="urn:microsoft.com/office/officeart/2018/2/layout/IconCircleList"/>
    <dgm:cxn modelId="{9B60314A-2039-449C-A65A-9435D6F3F501}" type="presParOf" srcId="{F77EF189-7166-4883-9F20-8D99F3D647BD}" destId="{FA81681F-DE86-44A3-925A-339AC7276B96}" srcOrd="0" destOrd="0" presId="urn:microsoft.com/office/officeart/2018/2/layout/IconCircleList"/>
    <dgm:cxn modelId="{8672C3C4-3B3B-4C19-93DA-44293C7C183B}" type="presParOf" srcId="{FA81681F-DE86-44A3-925A-339AC7276B96}" destId="{0AAAED9E-BD77-4BA9-B00C-3A96015F11F6}" srcOrd="0" destOrd="0" presId="urn:microsoft.com/office/officeart/2018/2/layout/IconCircleList"/>
    <dgm:cxn modelId="{4A0EC16F-7ED0-431C-8015-D3685A7BBBFB}" type="presParOf" srcId="{0AAAED9E-BD77-4BA9-B00C-3A96015F11F6}" destId="{6AC443CE-A805-49D9-99F7-CD6C495EFB23}" srcOrd="0" destOrd="0" presId="urn:microsoft.com/office/officeart/2018/2/layout/IconCircleList"/>
    <dgm:cxn modelId="{5C3DD52A-284C-4078-B589-4CEDA099BA36}" type="presParOf" srcId="{0AAAED9E-BD77-4BA9-B00C-3A96015F11F6}" destId="{3DA86BB6-F85A-451D-A1DB-AED82C3F7353}" srcOrd="1" destOrd="0" presId="urn:microsoft.com/office/officeart/2018/2/layout/IconCircleList"/>
    <dgm:cxn modelId="{C0900B7A-8DD6-4EEB-9B81-7B536050DAA1}" type="presParOf" srcId="{0AAAED9E-BD77-4BA9-B00C-3A96015F11F6}" destId="{0B075D1D-63C8-4EDB-BF8C-4C5024E4C585}" srcOrd="2" destOrd="0" presId="urn:microsoft.com/office/officeart/2018/2/layout/IconCircleList"/>
    <dgm:cxn modelId="{F2FFC746-32D4-461C-A867-D3E0D37A27BE}" type="presParOf" srcId="{0AAAED9E-BD77-4BA9-B00C-3A96015F11F6}" destId="{34104283-DDA5-47DA-8869-4C3FE70CC6CA}" srcOrd="3" destOrd="0" presId="urn:microsoft.com/office/officeart/2018/2/layout/IconCircleList"/>
    <dgm:cxn modelId="{085DB725-3FCA-475F-B6A7-926B70A0AE0D}" type="presParOf" srcId="{FA81681F-DE86-44A3-925A-339AC7276B96}" destId="{5CA3D232-7D9C-44C1-BE85-893D587A26EC}" srcOrd="1" destOrd="0" presId="urn:microsoft.com/office/officeart/2018/2/layout/IconCircleList"/>
    <dgm:cxn modelId="{4A142D29-1788-40A5-B675-076D4ABDA262}" type="presParOf" srcId="{FA81681F-DE86-44A3-925A-339AC7276B96}" destId="{B4295CB3-804E-42D7-B6C1-81F740BBACA5}" srcOrd="2" destOrd="0" presId="urn:microsoft.com/office/officeart/2018/2/layout/IconCircleList"/>
    <dgm:cxn modelId="{6C07CE83-6C5E-4C29-AE73-17EEF69186C9}" type="presParOf" srcId="{B4295CB3-804E-42D7-B6C1-81F740BBACA5}" destId="{D2E1AF49-152E-485D-A443-7D168EE63ABE}" srcOrd="0" destOrd="0" presId="urn:microsoft.com/office/officeart/2018/2/layout/IconCircleList"/>
    <dgm:cxn modelId="{F8A75875-30C4-472E-B82F-085885CD5F7F}" type="presParOf" srcId="{B4295CB3-804E-42D7-B6C1-81F740BBACA5}" destId="{27BA9DB4-1386-4712-958C-84E2E35E5659}" srcOrd="1" destOrd="0" presId="urn:microsoft.com/office/officeart/2018/2/layout/IconCircleList"/>
    <dgm:cxn modelId="{CAC5FF88-9788-489A-959E-05C4B733270E}" type="presParOf" srcId="{B4295CB3-804E-42D7-B6C1-81F740BBACA5}" destId="{0F427593-ED9D-469A-B53A-4E3D486409B2}" srcOrd="2" destOrd="0" presId="urn:microsoft.com/office/officeart/2018/2/layout/IconCircleList"/>
    <dgm:cxn modelId="{706F1E42-20E0-4F3E-B334-DFAB5C82D687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EA63E3-89E6-45A1-A2A1-4B5D2632D98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0F362B-DF79-4068-8343-EE40B75C57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Our team has the latest LLM4Decompile model running on our development environment</a:t>
          </a:r>
        </a:p>
      </dgm:t>
    </dgm:pt>
    <dgm:pt modelId="{D2A21A2C-CE5C-4BB3-AB19-CF2670E55AD6}" type="parTrans" cxnId="{54EC4936-ED40-4C51-BACD-FDC6AEED1BA4}">
      <dgm:prSet/>
      <dgm:spPr/>
      <dgm:t>
        <a:bodyPr/>
        <a:lstStyle/>
        <a:p>
          <a:endParaRPr lang="en-US"/>
        </a:p>
      </dgm:t>
    </dgm:pt>
    <dgm:pt modelId="{7A36D33F-230A-4826-A1AF-9CBA1E42FD29}" type="sibTrans" cxnId="{54EC4936-ED40-4C51-BACD-FDC6AEED1BA4}">
      <dgm:prSet/>
      <dgm:spPr/>
      <dgm:t>
        <a:bodyPr/>
        <a:lstStyle/>
        <a:p>
          <a:endParaRPr lang="en-US"/>
        </a:p>
      </dgm:t>
    </dgm:pt>
    <dgm:pt modelId="{CE31D84A-DEDA-4C8D-8FE8-627D4F051007}">
      <dgm:prSet/>
      <dgm:spPr/>
      <dgm:t>
        <a:bodyPr/>
        <a:lstStyle/>
        <a:p>
          <a:pPr rtl="0">
            <a:lnSpc>
              <a:spcPct val="100000"/>
            </a:lnSpc>
            <a:defRPr b="1"/>
          </a:pPr>
          <a:r>
            <a:rPr lang="en-US" b="1"/>
            <a:t>Hosting this model on ubuntu desktop provided by GMU</a:t>
          </a:r>
          <a:r>
            <a:rPr lang="en-US" b="1">
              <a:latin typeface="Calibri Light" panose="020F0302020204030204"/>
            </a:rPr>
            <a:t>, with code repository (</a:t>
          </a:r>
          <a:r>
            <a:rPr lang="en-US" b="1" err="1">
              <a:latin typeface="Calibri Light" panose="020F0302020204030204"/>
            </a:rPr>
            <a:t>github</a:t>
          </a:r>
          <a:r>
            <a:rPr lang="en-US" b="1">
              <a:latin typeface="Calibri Light" panose="020F0302020204030204"/>
            </a:rPr>
            <a:t>)</a:t>
          </a:r>
          <a:r>
            <a:rPr lang="en-US" b="1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b="1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b="1">
            <a:latin typeface="Calibri Light"/>
            <a:cs typeface="Calibri"/>
          </a:endParaRPr>
        </a:p>
      </dgm:t>
    </dgm:pt>
    <dgm:pt modelId="{D8FC5132-21C7-4CDC-94C7-052F3C12EDCC}" type="parTrans" cxnId="{59800565-0782-4F47-9885-16D8BC74A641}">
      <dgm:prSet/>
      <dgm:spPr/>
      <dgm:t>
        <a:bodyPr/>
        <a:lstStyle/>
        <a:p>
          <a:endParaRPr lang="en-US"/>
        </a:p>
      </dgm:t>
    </dgm:pt>
    <dgm:pt modelId="{558B82D9-AC69-4C69-9754-F6A42680D479}" type="sibTrans" cxnId="{59800565-0782-4F47-9885-16D8BC74A641}">
      <dgm:prSet/>
      <dgm:spPr/>
      <dgm:t>
        <a:bodyPr/>
        <a:lstStyle/>
        <a:p>
          <a:endParaRPr lang="en-US"/>
        </a:p>
      </dgm:t>
    </dgm:pt>
    <dgm:pt modelId="{18708B82-46D0-4116-A46E-803EA2566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With the model running, we can begin to test, improve, and refine it.</a:t>
          </a:r>
        </a:p>
      </dgm:t>
    </dgm:pt>
    <dgm:pt modelId="{0040457D-31A7-43AB-A614-D4B4D171D2B9}" type="parTrans" cxnId="{A5370BE8-6D2B-4EBC-9718-3CCFB973B2B7}">
      <dgm:prSet/>
      <dgm:spPr/>
      <dgm:t>
        <a:bodyPr/>
        <a:lstStyle/>
        <a:p>
          <a:endParaRPr lang="en-US"/>
        </a:p>
      </dgm:t>
    </dgm:pt>
    <dgm:pt modelId="{E77562A4-E02C-47B2-8743-C5BE636AB869}" type="sibTrans" cxnId="{A5370BE8-6D2B-4EBC-9718-3CCFB973B2B7}">
      <dgm:prSet/>
      <dgm:spPr/>
      <dgm:t>
        <a:bodyPr/>
        <a:lstStyle/>
        <a:p>
          <a:endParaRPr lang="en-US"/>
        </a:p>
      </dgm:t>
    </dgm:pt>
    <dgm:pt modelId="{4F614B39-5F0A-46D0-9B57-C94824EC09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We have split into 2 teams to achieve these objectives</a:t>
          </a:r>
        </a:p>
      </dgm:t>
    </dgm:pt>
    <dgm:pt modelId="{CA3E81F0-FC34-434F-8C26-9B92E1DBA018}" type="parTrans" cxnId="{E0B237BB-0DE4-4D6C-A03A-FEC8C49A4E2F}">
      <dgm:prSet/>
      <dgm:spPr/>
      <dgm:t>
        <a:bodyPr/>
        <a:lstStyle/>
        <a:p>
          <a:endParaRPr lang="en-US"/>
        </a:p>
      </dgm:t>
    </dgm:pt>
    <dgm:pt modelId="{AB8B11EF-B905-4A3F-A687-DBBA7B6513C7}" type="sibTrans" cxnId="{E0B237BB-0DE4-4D6C-A03A-FEC8C49A4E2F}">
      <dgm:prSet/>
      <dgm:spPr/>
      <dgm:t>
        <a:bodyPr/>
        <a:lstStyle/>
        <a:p>
          <a:endParaRPr lang="en-US"/>
        </a:p>
      </dgm:t>
    </dgm:pt>
    <dgm:pt modelId="{A70671E8-FFE9-4197-A876-ECFB52822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RAG Team – This team oversees building a RAG Pipeline that we will combine with LLM4Decompile to improve accuracy</a:t>
          </a:r>
        </a:p>
      </dgm:t>
    </dgm:pt>
    <dgm:pt modelId="{168EA782-111C-4DF4-ADB5-6C129FF46A1A}" type="parTrans" cxnId="{3B7EF6D3-2C91-4576-8379-DF050E935B1A}">
      <dgm:prSet/>
      <dgm:spPr/>
      <dgm:t>
        <a:bodyPr/>
        <a:lstStyle/>
        <a:p>
          <a:endParaRPr lang="en-US"/>
        </a:p>
      </dgm:t>
    </dgm:pt>
    <dgm:pt modelId="{0843E5A0-A4CE-412C-AC01-0F5F78ABFF08}" type="sibTrans" cxnId="{3B7EF6D3-2C91-4576-8379-DF050E935B1A}">
      <dgm:prSet/>
      <dgm:spPr/>
      <dgm:t>
        <a:bodyPr/>
        <a:lstStyle/>
        <a:p>
          <a:endParaRPr lang="en-US"/>
        </a:p>
      </dgm:t>
    </dgm:pt>
    <dgm:pt modelId="{D39722D4-80C6-49E8-A5DA-0DD6B61BA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 Team – This team oversees evaluating the current LLM4Decompile model and determining where it falls short.</a:t>
          </a:r>
        </a:p>
      </dgm:t>
    </dgm:pt>
    <dgm:pt modelId="{F85BA5D6-5AB0-4439-B0BF-B4B2E860FD4F}" type="parTrans" cxnId="{EE8FA1A8-0BEE-4BA5-AAFD-AAE97C54CF31}">
      <dgm:prSet/>
      <dgm:spPr/>
      <dgm:t>
        <a:bodyPr/>
        <a:lstStyle/>
        <a:p>
          <a:endParaRPr lang="en-US"/>
        </a:p>
      </dgm:t>
    </dgm:pt>
    <dgm:pt modelId="{8E416FC7-B549-4189-AB68-A8ADBC2A7BEE}" type="sibTrans" cxnId="{EE8FA1A8-0BEE-4BA5-AAFD-AAE97C54CF31}">
      <dgm:prSet/>
      <dgm:spPr/>
      <dgm:t>
        <a:bodyPr/>
        <a:lstStyle/>
        <a:p>
          <a:endParaRPr lang="en-US"/>
        </a:p>
      </dgm:t>
    </dgm:pt>
    <dgm:pt modelId="{C0BACB94-F62F-49E9-9402-8932B05CDE04}" type="pres">
      <dgm:prSet presAssocID="{12EA63E3-89E6-45A1-A2A1-4B5D2632D985}" presName="root" presStyleCnt="0">
        <dgm:presLayoutVars>
          <dgm:dir/>
          <dgm:resizeHandles val="exact"/>
        </dgm:presLayoutVars>
      </dgm:prSet>
      <dgm:spPr/>
    </dgm:pt>
    <dgm:pt modelId="{A493CA58-BA91-407E-A803-9855B7A4F12E}" type="pres">
      <dgm:prSet presAssocID="{540F362B-DF79-4068-8343-EE40B75C5737}" presName="compNode" presStyleCnt="0"/>
      <dgm:spPr/>
    </dgm:pt>
    <dgm:pt modelId="{97698BED-FFCB-4990-96A5-09AA0467FA4F}" type="pres">
      <dgm:prSet presAssocID="{540F362B-DF79-4068-8343-EE40B75C57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6B2928-98C4-46B4-ACAD-A7C93986EBC4}" type="pres">
      <dgm:prSet presAssocID="{540F362B-DF79-4068-8343-EE40B75C5737}" presName="iconSpace" presStyleCnt="0"/>
      <dgm:spPr/>
    </dgm:pt>
    <dgm:pt modelId="{3FD01E53-C0FC-4634-A3B4-CCE73365925C}" type="pres">
      <dgm:prSet presAssocID="{540F362B-DF79-4068-8343-EE40B75C5737}" presName="parTx" presStyleLbl="revTx" presStyleIdx="0" presStyleCnt="8">
        <dgm:presLayoutVars>
          <dgm:chMax val="0"/>
          <dgm:chPref val="0"/>
        </dgm:presLayoutVars>
      </dgm:prSet>
      <dgm:spPr/>
    </dgm:pt>
    <dgm:pt modelId="{5924F1E0-A893-4DC3-9B35-8529052B7E3D}" type="pres">
      <dgm:prSet presAssocID="{540F362B-DF79-4068-8343-EE40B75C5737}" presName="txSpace" presStyleCnt="0"/>
      <dgm:spPr/>
    </dgm:pt>
    <dgm:pt modelId="{D4BC38ED-05FF-42EF-B7DB-25404488180F}" type="pres">
      <dgm:prSet presAssocID="{540F362B-DF79-4068-8343-EE40B75C5737}" presName="desTx" presStyleLbl="revTx" presStyleIdx="1" presStyleCnt="8">
        <dgm:presLayoutVars/>
      </dgm:prSet>
      <dgm:spPr/>
    </dgm:pt>
    <dgm:pt modelId="{FEC6C20D-33BD-432F-A603-F2E9A19A11DE}" type="pres">
      <dgm:prSet presAssocID="{7A36D33F-230A-4826-A1AF-9CBA1E42FD29}" presName="sibTrans" presStyleCnt="0"/>
      <dgm:spPr/>
    </dgm:pt>
    <dgm:pt modelId="{0162D687-3BC6-4FAB-90EF-63CE005CFEBB}" type="pres">
      <dgm:prSet presAssocID="{CE31D84A-DEDA-4C8D-8FE8-627D4F051007}" presName="compNode" presStyleCnt="0"/>
      <dgm:spPr/>
    </dgm:pt>
    <dgm:pt modelId="{E34A0723-098F-47E5-A500-5A47BDE7EB12}" type="pres">
      <dgm:prSet presAssocID="{CE31D84A-DEDA-4C8D-8FE8-627D4F0510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2185B9-1B0C-45C2-B3F4-F1506BAB11E3}" type="pres">
      <dgm:prSet presAssocID="{CE31D84A-DEDA-4C8D-8FE8-627D4F051007}" presName="iconSpace" presStyleCnt="0"/>
      <dgm:spPr/>
    </dgm:pt>
    <dgm:pt modelId="{9053727F-4D1A-4E39-B8F6-A7F017E15CB3}" type="pres">
      <dgm:prSet presAssocID="{CE31D84A-DEDA-4C8D-8FE8-627D4F051007}" presName="parTx" presStyleLbl="revTx" presStyleIdx="2" presStyleCnt="8">
        <dgm:presLayoutVars>
          <dgm:chMax val="0"/>
          <dgm:chPref val="0"/>
        </dgm:presLayoutVars>
      </dgm:prSet>
      <dgm:spPr/>
    </dgm:pt>
    <dgm:pt modelId="{10FEB815-F7C8-4FF5-A31B-63C14046BC5B}" type="pres">
      <dgm:prSet presAssocID="{CE31D84A-DEDA-4C8D-8FE8-627D4F051007}" presName="txSpace" presStyleCnt="0"/>
      <dgm:spPr/>
    </dgm:pt>
    <dgm:pt modelId="{461D80F0-104F-46F1-BB0E-E211C9DD49B5}" type="pres">
      <dgm:prSet presAssocID="{CE31D84A-DEDA-4C8D-8FE8-627D4F051007}" presName="desTx" presStyleLbl="revTx" presStyleIdx="3" presStyleCnt="8">
        <dgm:presLayoutVars/>
      </dgm:prSet>
      <dgm:spPr/>
    </dgm:pt>
    <dgm:pt modelId="{11CF0D0C-697C-4300-B46F-9397ECC97ECC}" type="pres">
      <dgm:prSet presAssocID="{558B82D9-AC69-4C69-9754-F6A42680D479}" presName="sibTrans" presStyleCnt="0"/>
      <dgm:spPr/>
    </dgm:pt>
    <dgm:pt modelId="{1B10D0BA-E60E-4297-85EF-A8BDAB90EA94}" type="pres">
      <dgm:prSet presAssocID="{18708B82-46D0-4116-A46E-803EA25660F6}" presName="compNode" presStyleCnt="0"/>
      <dgm:spPr/>
    </dgm:pt>
    <dgm:pt modelId="{25C69785-EE35-4396-9823-B05856DFFDD0}" type="pres">
      <dgm:prSet presAssocID="{18708B82-46D0-4116-A46E-803EA25660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D81752A-4AD8-4498-A371-261529C857A0}" type="pres">
      <dgm:prSet presAssocID="{18708B82-46D0-4116-A46E-803EA25660F6}" presName="iconSpace" presStyleCnt="0"/>
      <dgm:spPr/>
    </dgm:pt>
    <dgm:pt modelId="{3FE9D136-DAEE-4416-AD6F-423CB3817E60}" type="pres">
      <dgm:prSet presAssocID="{18708B82-46D0-4116-A46E-803EA25660F6}" presName="parTx" presStyleLbl="revTx" presStyleIdx="4" presStyleCnt="8">
        <dgm:presLayoutVars>
          <dgm:chMax val="0"/>
          <dgm:chPref val="0"/>
        </dgm:presLayoutVars>
      </dgm:prSet>
      <dgm:spPr/>
    </dgm:pt>
    <dgm:pt modelId="{7539188C-E8F9-41D2-8F49-CDC2221BE699}" type="pres">
      <dgm:prSet presAssocID="{18708B82-46D0-4116-A46E-803EA25660F6}" presName="txSpace" presStyleCnt="0"/>
      <dgm:spPr/>
    </dgm:pt>
    <dgm:pt modelId="{5698A7C6-F37D-4796-9E34-21DF3DB77AAD}" type="pres">
      <dgm:prSet presAssocID="{18708B82-46D0-4116-A46E-803EA25660F6}" presName="desTx" presStyleLbl="revTx" presStyleIdx="5" presStyleCnt="8">
        <dgm:presLayoutVars/>
      </dgm:prSet>
      <dgm:spPr/>
    </dgm:pt>
    <dgm:pt modelId="{3FAA5525-6C8D-4C1A-83C2-82B43BD862F0}" type="pres">
      <dgm:prSet presAssocID="{E77562A4-E02C-47B2-8743-C5BE636AB869}" presName="sibTrans" presStyleCnt="0"/>
      <dgm:spPr/>
    </dgm:pt>
    <dgm:pt modelId="{865807A7-037D-43F0-B0CE-133877051E00}" type="pres">
      <dgm:prSet presAssocID="{4F614B39-5F0A-46D0-9B57-C94824EC096C}" presName="compNode" presStyleCnt="0"/>
      <dgm:spPr/>
    </dgm:pt>
    <dgm:pt modelId="{64396B52-F520-444E-80E2-F4F2B6B55C45}" type="pres">
      <dgm:prSet presAssocID="{4F614B39-5F0A-46D0-9B57-C94824EC09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285439E-B0F5-43F4-916D-A9536A56DC12}" type="pres">
      <dgm:prSet presAssocID="{4F614B39-5F0A-46D0-9B57-C94824EC096C}" presName="iconSpace" presStyleCnt="0"/>
      <dgm:spPr/>
    </dgm:pt>
    <dgm:pt modelId="{DF71450E-A4B5-46FC-AE14-70897F52A355}" type="pres">
      <dgm:prSet presAssocID="{4F614B39-5F0A-46D0-9B57-C94824EC096C}" presName="parTx" presStyleLbl="revTx" presStyleIdx="6" presStyleCnt="8">
        <dgm:presLayoutVars>
          <dgm:chMax val="0"/>
          <dgm:chPref val="0"/>
        </dgm:presLayoutVars>
      </dgm:prSet>
      <dgm:spPr/>
    </dgm:pt>
    <dgm:pt modelId="{EECBCA9C-7359-4E51-8B73-29E6A52FBDF0}" type="pres">
      <dgm:prSet presAssocID="{4F614B39-5F0A-46D0-9B57-C94824EC096C}" presName="txSpace" presStyleCnt="0"/>
      <dgm:spPr/>
    </dgm:pt>
    <dgm:pt modelId="{3A3B3EE5-2CB6-4C54-8695-1EE9BA76B7A4}" type="pres">
      <dgm:prSet presAssocID="{4F614B39-5F0A-46D0-9B57-C94824EC096C}" presName="desTx" presStyleLbl="revTx" presStyleIdx="7" presStyleCnt="8">
        <dgm:presLayoutVars/>
      </dgm:prSet>
      <dgm:spPr/>
    </dgm:pt>
  </dgm:ptLst>
  <dgm:cxnLst>
    <dgm:cxn modelId="{32E21332-B121-4192-9C61-F7F1166FCF6C}" type="presOf" srcId="{A70671E8-FFE9-4197-A876-ECFB52822CF1}" destId="{3A3B3EE5-2CB6-4C54-8695-1EE9BA76B7A4}" srcOrd="0" destOrd="0" presId="urn:microsoft.com/office/officeart/2018/2/layout/IconLabelDescriptionList"/>
    <dgm:cxn modelId="{54EC4936-ED40-4C51-BACD-FDC6AEED1BA4}" srcId="{12EA63E3-89E6-45A1-A2A1-4B5D2632D985}" destId="{540F362B-DF79-4068-8343-EE40B75C5737}" srcOrd="0" destOrd="0" parTransId="{D2A21A2C-CE5C-4BB3-AB19-CF2670E55AD6}" sibTransId="{7A36D33F-230A-4826-A1AF-9CBA1E42FD29}"/>
    <dgm:cxn modelId="{7336B650-8D83-4A6B-9501-97DE37C4BFAE}" type="presOf" srcId="{18708B82-46D0-4116-A46E-803EA25660F6}" destId="{3FE9D136-DAEE-4416-AD6F-423CB3817E60}" srcOrd="0" destOrd="0" presId="urn:microsoft.com/office/officeart/2018/2/layout/IconLabelDescriptionList"/>
    <dgm:cxn modelId="{6BEDD758-EC3B-417C-84FB-735EF2CB14A1}" type="presOf" srcId="{540F362B-DF79-4068-8343-EE40B75C5737}" destId="{3FD01E53-C0FC-4634-A3B4-CCE73365925C}" srcOrd="0" destOrd="0" presId="urn:microsoft.com/office/officeart/2018/2/layout/IconLabelDescriptionList"/>
    <dgm:cxn modelId="{59800565-0782-4F47-9885-16D8BC74A641}" srcId="{12EA63E3-89E6-45A1-A2A1-4B5D2632D985}" destId="{CE31D84A-DEDA-4C8D-8FE8-627D4F051007}" srcOrd="1" destOrd="0" parTransId="{D8FC5132-21C7-4CDC-94C7-052F3C12EDCC}" sibTransId="{558B82D9-AC69-4C69-9754-F6A42680D479}"/>
    <dgm:cxn modelId="{2F2AFA8B-FB3E-4CE5-8A93-5EB9D761362C}" type="presOf" srcId="{D39722D4-80C6-49E8-A5DA-0DD6B61BA560}" destId="{3A3B3EE5-2CB6-4C54-8695-1EE9BA76B7A4}" srcOrd="0" destOrd="1" presId="urn:microsoft.com/office/officeart/2018/2/layout/IconLabelDescriptionList"/>
    <dgm:cxn modelId="{8258CD8D-E0C5-42BC-BBDD-EFF1F15B9286}" type="presOf" srcId="{4F614B39-5F0A-46D0-9B57-C94824EC096C}" destId="{DF71450E-A4B5-46FC-AE14-70897F52A355}" srcOrd="0" destOrd="0" presId="urn:microsoft.com/office/officeart/2018/2/layout/IconLabelDescriptionList"/>
    <dgm:cxn modelId="{B0C05A93-3167-4841-BF81-9DDBECB698E8}" type="presOf" srcId="{12EA63E3-89E6-45A1-A2A1-4B5D2632D985}" destId="{C0BACB94-F62F-49E9-9402-8932B05CDE04}" srcOrd="0" destOrd="0" presId="urn:microsoft.com/office/officeart/2018/2/layout/IconLabelDescriptionList"/>
    <dgm:cxn modelId="{EE8FA1A8-0BEE-4BA5-AAFD-AAE97C54CF31}" srcId="{4F614B39-5F0A-46D0-9B57-C94824EC096C}" destId="{D39722D4-80C6-49E8-A5DA-0DD6B61BA560}" srcOrd="1" destOrd="0" parTransId="{F85BA5D6-5AB0-4439-B0BF-B4B2E860FD4F}" sibTransId="{8E416FC7-B549-4189-AB68-A8ADBC2A7BEE}"/>
    <dgm:cxn modelId="{E0B237BB-0DE4-4D6C-A03A-FEC8C49A4E2F}" srcId="{12EA63E3-89E6-45A1-A2A1-4B5D2632D985}" destId="{4F614B39-5F0A-46D0-9B57-C94824EC096C}" srcOrd="3" destOrd="0" parTransId="{CA3E81F0-FC34-434F-8C26-9B92E1DBA018}" sibTransId="{AB8B11EF-B905-4A3F-A687-DBBA7B6513C7}"/>
    <dgm:cxn modelId="{3B7EF6D3-2C91-4576-8379-DF050E935B1A}" srcId="{4F614B39-5F0A-46D0-9B57-C94824EC096C}" destId="{A70671E8-FFE9-4197-A876-ECFB52822CF1}" srcOrd="0" destOrd="0" parTransId="{168EA782-111C-4DF4-ADB5-6C129FF46A1A}" sibTransId="{0843E5A0-A4CE-412C-AC01-0F5F78ABFF08}"/>
    <dgm:cxn modelId="{A5370BE8-6D2B-4EBC-9718-3CCFB973B2B7}" srcId="{12EA63E3-89E6-45A1-A2A1-4B5D2632D985}" destId="{18708B82-46D0-4116-A46E-803EA25660F6}" srcOrd="2" destOrd="0" parTransId="{0040457D-31A7-43AB-A614-D4B4D171D2B9}" sibTransId="{E77562A4-E02C-47B2-8743-C5BE636AB869}"/>
    <dgm:cxn modelId="{B5A144F2-1E66-4B7E-9602-FBA69A633A33}" type="presOf" srcId="{CE31D84A-DEDA-4C8D-8FE8-627D4F051007}" destId="{9053727F-4D1A-4E39-B8F6-A7F017E15CB3}" srcOrd="0" destOrd="0" presId="urn:microsoft.com/office/officeart/2018/2/layout/IconLabelDescriptionList"/>
    <dgm:cxn modelId="{4D3277B9-AE85-4BB0-B533-DC39257948C6}" type="presParOf" srcId="{C0BACB94-F62F-49E9-9402-8932B05CDE04}" destId="{A493CA58-BA91-407E-A803-9855B7A4F12E}" srcOrd="0" destOrd="0" presId="urn:microsoft.com/office/officeart/2018/2/layout/IconLabelDescriptionList"/>
    <dgm:cxn modelId="{B02913A3-A299-4854-8AAD-234DE63E41C3}" type="presParOf" srcId="{A493CA58-BA91-407E-A803-9855B7A4F12E}" destId="{97698BED-FFCB-4990-96A5-09AA0467FA4F}" srcOrd="0" destOrd="0" presId="urn:microsoft.com/office/officeart/2018/2/layout/IconLabelDescriptionList"/>
    <dgm:cxn modelId="{8A76AC82-9551-4609-8803-CC24F3790E60}" type="presParOf" srcId="{A493CA58-BA91-407E-A803-9855B7A4F12E}" destId="{1A6B2928-98C4-46B4-ACAD-A7C93986EBC4}" srcOrd="1" destOrd="0" presId="urn:microsoft.com/office/officeart/2018/2/layout/IconLabelDescriptionList"/>
    <dgm:cxn modelId="{635673BD-005A-4C05-BEEA-E755291318B5}" type="presParOf" srcId="{A493CA58-BA91-407E-A803-9855B7A4F12E}" destId="{3FD01E53-C0FC-4634-A3B4-CCE73365925C}" srcOrd="2" destOrd="0" presId="urn:microsoft.com/office/officeart/2018/2/layout/IconLabelDescriptionList"/>
    <dgm:cxn modelId="{0400156A-FA33-4770-AD17-A7910966E858}" type="presParOf" srcId="{A493CA58-BA91-407E-A803-9855B7A4F12E}" destId="{5924F1E0-A893-4DC3-9B35-8529052B7E3D}" srcOrd="3" destOrd="0" presId="urn:microsoft.com/office/officeart/2018/2/layout/IconLabelDescriptionList"/>
    <dgm:cxn modelId="{B4756697-AAB1-4408-8D5B-3CB1725ECB29}" type="presParOf" srcId="{A493CA58-BA91-407E-A803-9855B7A4F12E}" destId="{D4BC38ED-05FF-42EF-B7DB-25404488180F}" srcOrd="4" destOrd="0" presId="urn:microsoft.com/office/officeart/2018/2/layout/IconLabelDescriptionList"/>
    <dgm:cxn modelId="{E21BB2C7-84C0-4042-AE85-EDBA09C45932}" type="presParOf" srcId="{C0BACB94-F62F-49E9-9402-8932B05CDE04}" destId="{FEC6C20D-33BD-432F-A603-F2E9A19A11DE}" srcOrd="1" destOrd="0" presId="urn:microsoft.com/office/officeart/2018/2/layout/IconLabelDescriptionList"/>
    <dgm:cxn modelId="{E33F94D4-C821-4212-A01C-92C652C2FAF9}" type="presParOf" srcId="{C0BACB94-F62F-49E9-9402-8932B05CDE04}" destId="{0162D687-3BC6-4FAB-90EF-63CE005CFEBB}" srcOrd="2" destOrd="0" presId="urn:microsoft.com/office/officeart/2018/2/layout/IconLabelDescriptionList"/>
    <dgm:cxn modelId="{A7D41F6A-70A6-489E-A8C8-2E9C4B55C518}" type="presParOf" srcId="{0162D687-3BC6-4FAB-90EF-63CE005CFEBB}" destId="{E34A0723-098F-47E5-A500-5A47BDE7EB12}" srcOrd="0" destOrd="0" presId="urn:microsoft.com/office/officeart/2018/2/layout/IconLabelDescriptionList"/>
    <dgm:cxn modelId="{5B82A0F7-9CEC-4AF0-8F17-334054F0E14E}" type="presParOf" srcId="{0162D687-3BC6-4FAB-90EF-63CE005CFEBB}" destId="{392185B9-1B0C-45C2-B3F4-F1506BAB11E3}" srcOrd="1" destOrd="0" presId="urn:microsoft.com/office/officeart/2018/2/layout/IconLabelDescriptionList"/>
    <dgm:cxn modelId="{E6B38C43-4B92-40C4-999C-11249D3B66A4}" type="presParOf" srcId="{0162D687-3BC6-4FAB-90EF-63CE005CFEBB}" destId="{9053727F-4D1A-4E39-B8F6-A7F017E15CB3}" srcOrd="2" destOrd="0" presId="urn:microsoft.com/office/officeart/2018/2/layout/IconLabelDescriptionList"/>
    <dgm:cxn modelId="{94581B74-5F55-4204-BA30-C70C5A83D1BE}" type="presParOf" srcId="{0162D687-3BC6-4FAB-90EF-63CE005CFEBB}" destId="{10FEB815-F7C8-4FF5-A31B-63C14046BC5B}" srcOrd="3" destOrd="0" presId="urn:microsoft.com/office/officeart/2018/2/layout/IconLabelDescriptionList"/>
    <dgm:cxn modelId="{1E700FCE-F4EA-45BB-8C82-4F5FF6134CF9}" type="presParOf" srcId="{0162D687-3BC6-4FAB-90EF-63CE005CFEBB}" destId="{461D80F0-104F-46F1-BB0E-E211C9DD49B5}" srcOrd="4" destOrd="0" presId="urn:microsoft.com/office/officeart/2018/2/layout/IconLabelDescriptionList"/>
    <dgm:cxn modelId="{553AD3AE-FA5E-4817-A18E-B442ECDB89E6}" type="presParOf" srcId="{C0BACB94-F62F-49E9-9402-8932B05CDE04}" destId="{11CF0D0C-697C-4300-B46F-9397ECC97ECC}" srcOrd="3" destOrd="0" presId="urn:microsoft.com/office/officeart/2018/2/layout/IconLabelDescriptionList"/>
    <dgm:cxn modelId="{3EF99F9B-D779-46C5-AA32-DC7D871D4C57}" type="presParOf" srcId="{C0BACB94-F62F-49E9-9402-8932B05CDE04}" destId="{1B10D0BA-E60E-4297-85EF-A8BDAB90EA94}" srcOrd="4" destOrd="0" presId="urn:microsoft.com/office/officeart/2018/2/layout/IconLabelDescriptionList"/>
    <dgm:cxn modelId="{EA20E1B7-20C0-488F-914D-79BFB643423E}" type="presParOf" srcId="{1B10D0BA-E60E-4297-85EF-A8BDAB90EA94}" destId="{25C69785-EE35-4396-9823-B05856DFFDD0}" srcOrd="0" destOrd="0" presId="urn:microsoft.com/office/officeart/2018/2/layout/IconLabelDescriptionList"/>
    <dgm:cxn modelId="{D1DF594B-D359-44B3-99FD-BD65BF9E97D3}" type="presParOf" srcId="{1B10D0BA-E60E-4297-85EF-A8BDAB90EA94}" destId="{1D81752A-4AD8-4498-A371-261529C857A0}" srcOrd="1" destOrd="0" presId="urn:microsoft.com/office/officeart/2018/2/layout/IconLabelDescriptionList"/>
    <dgm:cxn modelId="{0BC80962-F555-4727-B84B-89B89CBDA57D}" type="presParOf" srcId="{1B10D0BA-E60E-4297-85EF-A8BDAB90EA94}" destId="{3FE9D136-DAEE-4416-AD6F-423CB3817E60}" srcOrd="2" destOrd="0" presId="urn:microsoft.com/office/officeart/2018/2/layout/IconLabelDescriptionList"/>
    <dgm:cxn modelId="{2AD3236E-D7E8-4CEF-99B4-ED70F550A3F3}" type="presParOf" srcId="{1B10D0BA-E60E-4297-85EF-A8BDAB90EA94}" destId="{7539188C-E8F9-41D2-8F49-CDC2221BE699}" srcOrd="3" destOrd="0" presId="urn:microsoft.com/office/officeart/2018/2/layout/IconLabelDescriptionList"/>
    <dgm:cxn modelId="{068AC381-63EB-4CD8-AFD1-7AC468728DF3}" type="presParOf" srcId="{1B10D0BA-E60E-4297-85EF-A8BDAB90EA94}" destId="{5698A7C6-F37D-4796-9E34-21DF3DB77AAD}" srcOrd="4" destOrd="0" presId="urn:microsoft.com/office/officeart/2018/2/layout/IconLabelDescriptionList"/>
    <dgm:cxn modelId="{57481D37-4750-4F2D-9B10-98671B6099E2}" type="presParOf" srcId="{C0BACB94-F62F-49E9-9402-8932B05CDE04}" destId="{3FAA5525-6C8D-4C1A-83C2-82B43BD862F0}" srcOrd="5" destOrd="0" presId="urn:microsoft.com/office/officeart/2018/2/layout/IconLabelDescriptionList"/>
    <dgm:cxn modelId="{B77071D3-1AE3-4DEC-935C-F809BC2151A8}" type="presParOf" srcId="{C0BACB94-F62F-49E9-9402-8932B05CDE04}" destId="{865807A7-037D-43F0-B0CE-133877051E00}" srcOrd="6" destOrd="0" presId="urn:microsoft.com/office/officeart/2018/2/layout/IconLabelDescriptionList"/>
    <dgm:cxn modelId="{778FEBEC-BC6E-40A2-B2DF-47C576790A3F}" type="presParOf" srcId="{865807A7-037D-43F0-B0CE-133877051E00}" destId="{64396B52-F520-444E-80E2-F4F2B6B55C45}" srcOrd="0" destOrd="0" presId="urn:microsoft.com/office/officeart/2018/2/layout/IconLabelDescriptionList"/>
    <dgm:cxn modelId="{CF809CF7-DD7B-4506-92CF-567FA779A622}" type="presParOf" srcId="{865807A7-037D-43F0-B0CE-133877051E00}" destId="{E285439E-B0F5-43F4-916D-A9536A56DC12}" srcOrd="1" destOrd="0" presId="urn:microsoft.com/office/officeart/2018/2/layout/IconLabelDescriptionList"/>
    <dgm:cxn modelId="{3647A8F9-8A05-4AAD-9455-D0FBDC096163}" type="presParOf" srcId="{865807A7-037D-43F0-B0CE-133877051E00}" destId="{DF71450E-A4B5-46FC-AE14-70897F52A355}" srcOrd="2" destOrd="0" presId="urn:microsoft.com/office/officeart/2018/2/layout/IconLabelDescriptionList"/>
    <dgm:cxn modelId="{6DCD96E2-6F92-4D89-ABFA-56641C27CF0A}" type="presParOf" srcId="{865807A7-037D-43F0-B0CE-133877051E00}" destId="{EECBCA9C-7359-4E51-8B73-29E6A52FBDF0}" srcOrd="3" destOrd="0" presId="urn:microsoft.com/office/officeart/2018/2/layout/IconLabelDescriptionList"/>
    <dgm:cxn modelId="{DE80BBD1-A462-4668-9FE0-D6E8E3DEA584}" type="presParOf" srcId="{865807A7-037D-43F0-B0CE-133877051E00}" destId="{3A3B3EE5-2CB6-4C54-8695-1EE9BA76B7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Analyzed preliminary results of rag testing</a:t>
          </a:r>
          <a:endParaRPr lang="en-US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8A26A7E1-4290-C049-936C-3A02304F8B5E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Tested "success" comparison code (did not work)</a:t>
          </a:r>
        </a:p>
      </dgm:t>
    </dgm:pt>
    <dgm:pt modelId="{4B5214D1-52D8-B24B-B83C-B9C805C6DEBC}" type="parTrans" cxnId="{AAECC6C6-B48C-7147-BA8B-E0BCAA63A71A}">
      <dgm:prSet/>
      <dgm:spPr/>
      <dgm:t>
        <a:bodyPr/>
        <a:lstStyle/>
        <a:p>
          <a:endParaRPr lang="en-US"/>
        </a:p>
      </dgm:t>
    </dgm:pt>
    <dgm:pt modelId="{785DF2E0-6F74-AC4D-B763-0B79DB0AB556}" type="sibTrans" cxnId="{AAECC6C6-B48C-7147-BA8B-E0BCAA63A71A}">
      <dgm:prSet/>
      <dgm:spPr/>
      <dgm:t>
        <a:bodyPr/>
        <a:lstStyle/>
        <a:p>
          <a:endParaRPr lang="en-US"/>
        </a:p>
      </dgm:t>
    </dgm:pt>
    <dgm:pt modelId="{28912A67-8938-0A49-8D78-3B14C3321443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Worked to fix errors in the comparison code for final results</a:t>
          </a:r>
          <a:endParaRPr lang="en-US"/>
        </a:p>
      </dgm:t>
    </dgm:pt>
    <dgm:pt modelId="{84736469-0A1D-744A-AC48-7CF865AD7AE8}" type="parTrans" cxnId="{C3F0973B-2455-7F4E-A087-5E12BD91D513}">
      <dgm:prSet/>
      <dgm:spPr/>
      <dgm:t>
        <a:bodyPr/>
        <a:lstStyle/>
        <a:p>
          <a:endParaRPr lang="en-US"/>
        </a:p>
      </dgm:t>
    </dgm:pt>
    <dgm:pt modelId="{C3D67372-5F5D-7240-ADC6-48AE5B9EBFC0}" type="sibTrans" cxnId="{C3F0973B-2455-7F4E-A087-5E12BD91D513}">
      <dgm:prSet/>
      <dgm:spPr/>
      <dgm:t>
        <a:bodyPr/>
        <a:lstStyle/>
        <a:p>
          <a:endParaRPr lang="en-US"/>
        </a:p>
      </dgm:t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65C98985-37B8-8749-9FB1-BD5B96073BAB}" type="pres">
      <dgm:prSet presAssocID="{8A26A7E1-4290-C049-936C-3A02304F8B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687C59-ADA3-3640-A050-4153CFD05A4C}" type="pres">
      <dgm:prSet presAssocID="{785DF2E0-6F74-AC4D-B763-0B79DB0AB556}" presName="spacer" presStyleCnt="0"/>
      <dgm:spPr/>
    </dgm:pt>
    <dgm:pt modelId="{21145D19-1EF9-6545-901F-5439118FC097}" type="pres">
      <dgm:prSet presAssocID="{28912A67-8938-0A49-8D78-3B14C33214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91B2F2E-2102-7042-8001-B879D8AF1355}" type="presOf" srcId="{28912A67-8938-0A49-8D78-3B14C3321443}" destId="{21145D19-1EF9-6545-901F-5439118FC097}" srcOrd="0" destOrd="0" presId="urn:microsoft.com/office/officeart/2005/8/layout/vList2"/>
    <dgm:cxn modelId="{76BF6336-50A2-CF44-A64B-7BFB1D3C69D0}" type="presOf" srcId="{8A26A7E1-4290-C049-936C-3A02304F8B5E}" destId="{65C98985-37B8-8749-9FB1-BD5B96073BAB}" srcOrd="0" destOrd="0" presId="urn:microsoft.com/office/officeart/2005/8/layout/vList2"/>
    <dgm:cxn modelId="{C3F0973B-2455-7F4E-A087-5E12BD91D513}" srcId="{B51959D3-F00F-4CDD-8DDC-A74098B414DF}" destId="{28912A67-8938-0A49-8D78-3B14C3321443}" srcOrd="2" destOrd="0" parTransId="{84736469-0A1D-744A-AC48-7CF865AD7AE8}" sibTransId="{C3D67372-5F5D-7240-ADC6-48AE5B9EBFC0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AAECC6C6-B48C-7147-BA8B-E0BCAA63A71A}" srcId="{B51959D3-F00F-4CDD-8DDC-A74098B414DF}" destId="{8A26A7E1-4290-C049-936C-3A02304F8B5E}" srcOrd="1" destOrd="0" parTransId="{4B5214D1-52D8-B24B-B83C-B9C805C6DEBC}" sibTransId="{785DF2E0-6F74-AC4D-B763-0B79DB0AB556}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5C1CBFBA-DC91-8C46-8531-1FB807AE274E}" type="presParOf" srcId="{A7AB93C4-7A6D-428D-9BC6-CE212E1631D8}" destId="{65C98985-37B8-8749-9FB1-BD5B96073BAB}" srcOrd="2" destOrd="0" presId="urn:microsoft.com/office/officeart/2005/8/layout/vList2"/>
    <dgm:cxn modelId="{7AC0660D-8722-9D40-A55E-16E03E8737D2}" type="presParOf" srcId="{A7AB93C4-7A6D-428D-9BC6-CE212E1631D8}" destId="{6B687C59-ADA3-3640-A050-4153CFD05A4C}" srcOrd="3" destOrd="0" presId="urn:microsoft.com/office/officeart/2005/8/layout/vList2"/>
    <dgm:cxn modelId="{D3514729-36BB-B842-98D0-E322815ACF91}" type="presParOf" srcId="{A7AB93C4-7A6D-428D-9BC6-CE212E1631D8}" destId="{21145D19-1EF9-6545-901F-5439118FC0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Collect data on final results </a:t>
          </a:r>
          <a:r>
            <a:rPr lang="en-US" err="1">
              <a:latin typeface="Calibri Light" panose="020F0302020204030204"/>
            </a:rPr>
            <a:t>en</a:t>
          </a:r>
          <a:r>
            <a:rPr lang="en-US">
              <a:latin typeface="Calibri Light" panose="020F0302020204030204"/>
            </a:rPr>
            <a:t> masse</a:t>
          </a:r>
          <a:endParaRPr lang="en-US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FB604CA7-D480-456E-8CEA-1748B1AD8CB0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Do the poster/brochure/paper</a:t>
          </a:r>
        </a:p>
      </dgm:t>
    </dgm:pt>
    <dgm:pt modelId="{906E69D6-84F7-4922-A2F6-6DCD9B499BEA}" type="parTrans" cxnId="{01D1EDAE-E982-9440-BF2B-2F043046E6F4}">
      <dgm:prSet/>
      <dgm:spPr/>
    </dgm:pt>
    <dgm:pt modelId="{015989EA-7ADF-435C-B26C-B3CEF90020CE}" type="sibTrans" cxnId="{01D1EDAE-E982-9440-BF2B-2F043046E6F4}">
      <dgm:prSet/>
      <dgm:spPr/>
    </dgm:pt>
    <dgm:pt modelId="{3537D4EC-E0CD-4A6A-9DFB-992C43AB9A08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Compile all results and data associated for presentation.</a:t>
          </a:r>
        </a:p>
      </dgm:t>
    </dgm:pt>
    <dgm:pt modelId="{D3373C15-3BD7-46F9-96CA-99E46592979A}" type="parTrans" cxnId="{BA52A631-A772-9A49-BBA0-02088CCF6959}">
      <dgm:prSet/>
      <dgm:spPr/>
    </dgm:pt>
    <dgm:pt modelId="{C5BDD576-F316-49A8-A5B1-F51742D47541}" type="sibTrans" cxnId="{BA52A631-A772-9A49-BBA0-02088CCF6959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191E6D48-5AF5-4195-84B2-4D5429630012}" type="pres">
      <dgm:prSet presAssocID="{FB604CA7-D480-456E-8CEA-1748B1AD8C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B2B03C-02BF-4B4F-8547-483467BC5931}" type="pres">
      <dgm:prSet presAssocID="{015989EA-7ADF-435C-B26C-B3CEF90020CE}" presName="spacer" presStyleCnt="0"/>
      <dgm:spPr/>
    </dgm:pt>
    <dgm:pt modelId="{74CB1ABF-5DC7-4CA8-850E-DC0343C0DC5A}" type="pres">
      <dgm:prSet presAssocID="{3537D4EC-E0CD-4A6A-9DFB-992C43AB9A0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A52A631-A772-9A49-BBA0-02088CCF6959}" srcId="{B51959D3-F00F-4CDD-8DDC-A74098B414DF}" destId="{3537D4EC-E0CD-4A6A-9DFB-992C43AB9A08}" srcOrd="2" destOrd="0" parTransId="{D3373C15-3BD7-46F9-96CA-99E46592979A}" sibTransId="{C5BDD576-F316-49A8-A5B1-F51742D47541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0713E592-2BA8-9D46-884B-43C9D108CCA0}" type="presOf" srcId="{FB604CA7-D480-456E-8CEA-1748B1AD8CB0}" destId="{191E6D48-5AF5-4195-84B2-4D5429630012}" srcOrd="0" destOrd="0" presId="urn:microsoft.com/office/officeart/2005/8/layout/vList2"/>
    <dgm:cxn modelId="{01D1EDAE-E982-9440-BF2B-2F043046E6F4}" srcId="{B51959D3-F00F-4CDD-8DDC-A74098B414DF}" destId="{FB604CA7-D480-456E-8CEA-1748B1AD8CB0}" srcOrd="1" destOrd="0" parTransId="{906E69D6-84F7-4922-A2F6-6DCD9B499BEA}" sibTransId="{015989EA-7ADF-435C-B26C-B3CEF90020CE}"/>
    <dgm:cxn modelId="{821AF5CA-B5A6-5543-9491-1637BBC8AF64}" type="presOf" srcId="{3537D4EC-E0CD-4A6A-9DFB-992C43AB9A08}" destId="{74CB1ABF-5DC7-4CA8-850E-DC0343C0DC5A}" srcOrd="0" destOrd="0" presId="urn:microsoft.com/office/officeart/2005/8/layout/vList2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BE7A0874-953F-C146-804C-47DE0069FEC6}" type="presParOf" srcId="{A7AB93C4-7A6D-428D-9BC6-CE212E1631D8}" destId="{191E6D48-5AF5-4195-84B2-4D5429630012}" srcOrd="2" destOrd="0" presId="urn:microsoft.com/office/officeart/2005/8/layout/vList2"/>
    <dgm:cxn modelId="{E233B400-A2E9-B74E-9F90-98F7A0A9D071}" type="presParOf" srcId="{A7AB93C4-7A6D-428D-9BC6-CE212E1631D8}" destId="{4EB2B03C-02BF-4B4F-8547-483467BC5931}" srcOrd="3" destOrd="0" presId="urn:microsoft.com/office/officeart/2005/8/layout/vList2"/>
    <dgm:cxn modelId="{094611EE-D54A-E14F-B8BE-49C93D0FB56B}" type="presParOf" srcId="{A7AB93C4-7A6D-428D-9BC6-CE212E1631D8}" destId="{74CB1ABF-5DC7-4CA8-850E-DC0343C0DC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6FE48D9-9B22-4EA6-92BC-B5DB2AF54DC4}">
      <dgm:prSet phldr="0"/>
      <dgm:spPr/>
      <dgm:t>
        <a:bodyPr/>
        <a:lstStyle/>
        <a:p>
          <a:pPr rtl="0"/>
          <a:r>
            <a:rPr lang="en-US">
              <a:solidFill>
                <a:schemeClr val="bg1"/>
              </a:solidFill>
              <a:latin typeface="Calibri"/>
              <a:ea typeface="Calibri"/>
              <a:cs typeface="Calibri"/>
            </a:rPr>
            <a:t>Rebuilt and expanded sample database to include the ~25k training dataset ExeBench files</a:t>
          </a:r>
        </a:p>
      </dgm:t>
    </dgm:pt>
    <dgm:pt modelId="{28980336-89D5-4150-8198-65BA291939FF}" type="parTrans" cxnId="{B2B28F1D-E684-482C-AFC0-8D96B2B65BA2}">
      <dgm:prSet/>
      <dgm:spPr/>
    </dgm:pt>
    <dgm:pt modelId="{4ED14C74-7A8B-4959-8B91-12E2B6DCE413}" type="sibTrans" cxnId="{B2B28F1D-E684-482C-AFC0-8D96B2B65BA2}">
      <dgm:prSet/>
      <dgm:spPr/>
    </dgm:pt>
    <dgm:pt modelId="{CE08F249-41EB-445A-BB54-664DD181ADDE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Changed process to convert executable object files directly to CFG's instead of using an LLM. Reduces manually introduced error</a:t>
          </a:r>
        </a:p>
      </dgm:t>
    </dgm:pt>
    <dgm:pt modelId="{DCE5AFA2-12B1-421C-A8DA-40FCFD30C6C2}" type="parTrans" cxnId="{8207E2C5-1297-4E10-9609-13150D19879E}">
      <dgm:prSet/>
      <dgm:spPr/>
    </dgm:pt>
    <dgm:pt modelId="{0C392F87-ED6B-49DF-AB1A-11A8E95DAA7D}" type="sibTrans" cxnId="{8207E2C5-1297-4E10-9609-13150D19879E}">
      <dgm:prSet/>
      <dgm:spPr/>
    </dgm:pt>
    <dgm:pt modelId="{24A4281F-240F-4E84-9D01-7D30F7318B26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Finished pipeline control scripts, and began running large scale tests to create metrics.</a:t>
          </a:r>
        </a:p>
      </dgm:t>
    </dgm:pt>
    <dgm:pt modelId="{1962A06E-83B0-4E88-A32B-3B88AED3B192}" type="parTrans" cxnId="{D1A310FC-3725-4B71-9629-07F78E121D2D}">
      <dgm:prSet/>
      <dgm:spPr/>
    </dgm:pt>
    <dgm:pt modelId="{88F5F62F-3A41-43C1-8CDE-B2A1B08F03A7}" type="sibTrans" cxnId="{D1A310FC-3725-4B71-9629-07F78E121D2D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6AFFD6D4-3620-41A4-B084-D5C9649BEAB8}" type="pres">
      <dgm:prSet presAssocID="{26FE48D9-9B22-4EA6-92BC-B5DB2AF54D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F96BC5B-CCC3-44B5-B590-1B3FD6FA362B}" type="pres">
      <dgm:prSet presAssocID="{4ED14C74-7A8B-4959-8B91-12E2B6DCE413}" presName="spacer" presStyleCnt="0"/>
      <dgm:spPr/>
    </dgm:pt>
    <dgm:pt modelId="{74307075-570D-45C6-8C77-7BB58047224B}" type="pres">
      <dgm:prSet presAssocID="{CE08F249-41EB-445A-BB54-664DD181AD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F558FE8-2E63-455A-BB57-168281E86C48}" type="pres">
      <dgm:prSet presAssocID="{0C392F87-ED6B-49DF-AB1A-11A8E95DAA7D}" presName="spacer" presStyleCnt="0"/>
      <dgm:spPr/>
    </dgm:pt>
    <dgm:pt modelId="{33E6382B-7F75-465D-AAD0-874B55CD2FC3}" type="pres">
      <dgm:prSet presAssocID="{24A4281F-240F-4E84-9D01-7D30F7318B2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2B28F1D-E684-482C-AFC0-8D96B2B65BA2}" srcId="{B51959D3-F00F-4CDD-8DDC-A74098B414DF}" destId="{26FE48D9-9B22-4EA6-92BC-B5DB2AF54DC4}" srcOrd="0" destOrd="0" parTransId="{28980336-89D5-4150-8198-65BA291939FF}" sibTransId="{4ED14C74-7A8B-4959-8B91-12E2B6DCE413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65652058-40CF-4F28-BEAB-0474BDAA7A21}" type="presOf" srcId="{CE08F249-41EB-445A-BB54-664DD181ADDE}" destId="{74307075-570D-45C6-8C77-7BB58047224B}" srcOrd="0" destOrd="0" presId="urn:microsoft.com/office/officeart/2005/8/layout/vList2"/>
    <dgm:cxn modelId="{33ABEAA1-C412-462F-994F-CC715BC252EC}" type="presOf" srcId="{24A4281F-240F-4E84-9D01-7D30F7318B26}" destId="{33E6382B-7F75-465D-AAD0-874B55CD2FC3}" srcOrd="0" destOrd="0" presId="urn:microsoft.com/office/officeart/2005/8/layout/vList2"/>
    <dgm:cxn modelId="{8207E2C5-1297-4E10-9609-13150D19879E}" srcId="{B51959D3-F00F-4CDD-8DDC-A74098B414DF}" destId="{CE08F249-41EB-445A-BB54-664DD181ADDE}" srcOrd="1" destOrd="0" parTransId="{DCE5AFA2-12B1-421C-A8DA-40FCFD30C6C2}" sibTransId="{0C392F87-ED6B-49DF-AB1A-11A8E95DAA7D}"/>
    <dgm:cxn modelId="{3043ECCF-C47A-4E7C-B908-E1BBCD5D92D5}" type="presOf" srcId="{26FE48D9-9B22-4EA6-92BC-B5DB2AF54DC4}" destId="{6AFFD6D4-3620-41A4-B084-D5C9649BEAB8}" srcOrd="0" destOrd="0" presId="urn:microsoft.com/office/officeart/2005/8/layout/vList2"/>
    <dgm:cxn modelId="{D1A310FC-3725-4B71-9629-07F78E121D2D}" srcId="{B51959D3-F00F-4CDD-8DDC-A74098B414DF}" destId="{24A4281F-240F-4E84-9D01-7D30F7318B26}" srcOrd="2" destOrd="0" parTransId="{1962A06E-83B0-4E88-A32B-3B88AED3B192}" sibTransId="{88F5F62F-3A41-43C1-8CDE-B2A1B08F03A7}"/>
    <dgm:cxn modelId="{98182758-DEC8-4C22-B07E-117DB00BE9EB}" type="presParOf" srcId="{A7AB93C4-7A6D-428D-9BC6-CE212E1631D8}" destId="{6AFFD6D4-3620-41A4-B084-D5C9649BEAB8}" srcOrd="0" destOrd="0" presId="urn:microsoft.com/office/officeart/2005/8/layout/vList2"/>
    <dgm:cxn modelId="{B029B611-AEB9-4EDD-8BF4-15939D43E3AA}" type="presParOf" srcId="{A7AB93C4-7A6D-428D-9BC6-CE212E1631D8}" destId="{EF96BC5B-CCC3-44B5-B590-1B3FD6FA362B}" srcOrd="1" destOrd="0" presId="urn:microsoft.com/office/officeart/2005/8/layout/vList2"/>
    <dgm:cxn modelId="{1B84DE24-9605-4861-921A-F4FE1E562825}" type="presParOf" srcId="{A7AB93C4-7A6D-428D-9BC6-CE212E1631D8}" destId="{74307075-570D-45C6-8C77-7BB58047224B}" srcOrd="2" destOrd="0" presId="urn:microsoft.com/office/officeart/2005/8/layout/vList2"/>
    <dgm:cxn modelId="{1B6B3201-A445-4FCC-9593-D4EDD512DB63}" type="presParOf" srcId="{A7AB93C4-7A6D-428D-9BC6-CE212E1631D8}" destId="{5F558FE8-2E63-455A-BB57-168281E86C48}" srcOrd="3" destOrd="0" presId="urn:microsoft.com/office/officeart/2005/8/layout/vList2"/>
    <dgm:cxn modelId="{3FC0A387-EEAD-4B7E-8901-F5EA390AFDB2}" type="presParOf" srcId="{A7AB93C4-7A6D-428D-9BC6-CE212E1631D8}" destId="{33E6382B-7F75-465D-AAD0-874B55CD2FC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91AF173-B339-4239-A0A6-AE2582FB86C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D9D35C-6D92-4796-A86C-E72BD155ADA0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Continue bulk testing efforts</a:t>
          </a:r>
        </a:p>
      </dgm:t>
    </dgm:pt>
    <dgm:pt modelId="{08CBA735-F5F5-4495-9732-6496995D59DD}" type="parTrans" cxnId="{583B6BCD-644B-4FBB-AA04-919F6A0D395E}">
      <dgm:prSet/>
      <dgm:spPr/>
    </dgm:pt>
    <dgm:pt modelId="{A2E18198-DDD9-44E4-9383-1C0E209BC5ED}" type="sibTrans" cxnId="{583B6BCD-644B-4FBB-AA04-919F6A0D395E}">
      <dgm:prSet/>
      <dgm:spPr/>
    </dgm:pt>
    <dgm:pt modelId="{B48C7B77-93ED-4102-843D-0D4BB21579C9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Refine search / comparison methods to reduce time requirements</a:t>
          </a:r>
        </a:p>
      </dgm:t>
    </dgm:pt>
    <dgm:pt modelId="{9632206C-BEC9-4955-856C-E8F22B5FD8EA}" type="parTrans" cxnId="{850AB4F5-5EF2-4688-A861-31A59D1F8480}">
      <dgm:prSet/>
      <dgm:spPr/>
    </dgm:pt>
    <dgm:pt modelId="{CE62CFE4-3D54-4DDD-976E-EE533E1A8C2D}" type="sibTrans" cxnId="{850AB4F5-5EF2-4688-A861-31A59D1F8480}">
      <dgm:prSet/>
      <dgm:spPr/>
    </dgm:pt>
    <dgm:pt modelId="{E2217D07-0228-48A1-BFDB-32B780244BFE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Make final adjustments and clean up code</a:t>
          </a:r>
        </a:p>
      </dgm:t>
    </dgm:pt>
    <dgm:pt modelId="{F4B9838F-11C0-49D2-8728-862529965DBB}" type="parTrans" cxnId="{A0A3563A-09D2-4A53-BD6C-5137DB853D1D}">
      <dgm:prSet/>
      <dgm:spPr/>
    </dgm:pt>
    <dgm:pt modelId="{7D123B28-DCA3-4B15-80F5-742C30C07144}" type="sibTrans" cxnId="{A0A3563A-09D2-4A53-BD6C-5137DB853D1D}">
      <dgm:prSet/>
      <dgm:spPr/>
    </dgm:pt>
    <dgm:pt modelId="{1021D05B-A1CC-4309-97E4-DB84CAA66D69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Submissions for presentation, paper, poster, brochure, and final delivery.</a:t>
          </a:r>
        </a:p>
      </dgm:t>
    </dgm:pt>
    <dgm:pt modelId="{D86EFF51-FF19-49E1-9D26-B788A28F9B73}" type="parTrans" cxnId="{28D07EA0-3C91-485B-89B3-92E975D78AAB}">
      <dgm:prSet/>
      <dgm:spPr/>
    </dgm:pt>
    <dgm:pt modelId="{A641A7A3-9E42-4CFB-AB45-741AFFD05F85}" type="sibTrans" cxnId="{28D07EA0-3C91-485B-89B3-92E975D78AAB}">
      <dgm:prSet/>
      <dgm:spPr/>
    </dgm:pt>
    <dgm:pt modelId="{0F3174C1-2EC4-41E9-B718-172A6DBB364A}" type="pres">
      <dgm:prSet presAssocID="{891AF173-B339-4239-A0A6-AE2582FB86C4}" presName="linear" presStyleCnt="0">
        <dgm:presLayoutVars>
          <dgm:animLvl val="lvl"/>
          <dgm:resizeHandles val="exact"/>
        </dgm:presLayoutVars>
      </dgm:prSet>
      <dgm:spPr/>
    </dgm:pt>
    <dgm:pt modelId="{DBDBE5AC-264A-4947-9483-4CAC59139FFC}" type="pres">
      <dgm:prSet presAssocID="{CBD9D35C-6D92-4796-A86C-E72BD155AD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493E0B-113C-4D99-8343-EAFC441465B3}" type="pres">
      <dgm:prSet presAssocID="{A2E18198-DDD9-44E4-9383-1C0E209BC5ED}" presName="spacer" presStyleCnt="0"/>
      <dgm:spPr/>
    </dgm:pt>
    <dgm:pt modelId="{11864345-4C8A-4B27-9B44-1B7E2DAB90D0}" type="pres">
      <dgm:prSet presAssocID="{B48C7B77-93ED-4102-843D-0D4BB21579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924141-E3AC-4B7A-9083-E754E098DDF8}" type="pres">
      <dgm:prSet presAssocID="{CE62CFE4-3D54-4DDD-976E-EE533E1A8C2D}" presName="spacer" presStyleCnt="0"/>
      <dgm:spPr/>
    </dgm:pt>
    <dgm:pt modelId="{5D7D940F-075A-42EA-A572-FADDA68ED87E}" type="pres">
      <dgm:prSet presAssocID="{E2217D07-0228-48A1-BFDB-32B780244B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0F5C1EA-39BD-4C71-B5E3-251EFD55800E}" type="pres">
      <dgm:prSet presAssocID="{7D123B28-DCA3-4B15-80F5-742C30C07144}" presName="spacer" presStyleCnt="0"/>
      <dgm:spPr/>
    </dgm:pt>
    <dgm:pt modelId="{7B81BCBD-1B6A-4345-B70A-2D2E495C0F9A}" type="pres">
      <dgm:prSet presAssocID="{1021D05B-A1CC-4309-97E4-DB84CAA66D6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E19273A-E9E1-4D83-89AC-20D02043035F}" type="presOf" srcId="{E2217D07-0228-48A1-BFDB-32B780244BFE}" destId="{5D7D940F-075A-42EA-A572-FADDA68ED87E}" srcOrd="0" destOrd="0" presId="urn:microsoft.com/office/officeart/2005/8/layout/vList2"/>
    <dgm:cxn modelId="{A0A3563A-09D2-4A53-BD6C-5137DB853D1D}" srcId="{891AF173-B339-4239-A0A6-AE2582FB86C4}" destId="{E2217D07-0228-48A1-BFDB-32B780244BFE}" srcOrd="2" destOrd="0" parTransId="{F4B9838F-11C0-49D2-8728-862529965DBB}" sibTransId="{7D123B28-DCA3-4B15-80F5-742C30C07144}"/>
    <dgm:cxn modelId="{03004E61-1F39-400A-8D40-B624313EF1DF}" type="presOf" srcId="{CBD9D35C-6D92-4796-A86C-E72BD155ADA0}" destId="{DBDBE5AC-264A-4947-9483-4CAC59139FFC}" srcOrd="0" destOrd="0" presId="urn:microsoft.com/office/officeart/2005/8/layout/vList2"/>
    <dgm:cxn modelId="{CF89B182-538C-41EC-A84F-AB9214F72B9A}" type="presOf" srcId="{B48C7B77-93ED-4102-843D-0D4BB21579C9}" destId="{11864345-4C8A-4B27-9B44-1B7E2DAB90D0}" srcOrd="0" destOrd="0" presId="urn:microsoft.com/office/officeart/2005/8/layout/vList2"/>
    <dgm:cxn modelId="{47832184-F0CF-44B8-BAB5-9BE7FA064E6D}" type="presOf" srcId="{891AF173-B339-4239-A0A6-AE2582FB86C4}" destId="{0F3174C1-2EC4-41E9-B718-172A6DBB364A}" srcOrd="0" destOrd="0" presId="urn:microsoft.com/office/officeart/2005/8/layout/vList2"/>
    <dgm:cxn modelId="{71D1249F-425A-4114-A63E-3B13CEC40106}" type="presOf" srcId="{1021D05B-A1CC-4309-97E4-DB84CAA66D69}" destId="{7B81BCBD-1B6A-4345-B70A-2D2E495C0F9A}" srcOrd="0" destOrd="0" presId="urn:microsoft.com/office/officeart/2005/8/layout/vList2"/>
    <dgm:cxn modelId="{28D07EA0-3C91-485B-89B3-92E975D78AAB}" srcId="{891AF173-B339-4239-A0A6-AE2582FB86C4}" destId="{1021D05B-A1CC-4309-97E4-DB84CAA66D69}" srcOrd="3" destOrd="0" parTransId="{D86EFF51-FF19-49E1-9D26-B788A28F9B73}" sibTransId="{A641A7A3-9E42-4CFB-AB45-741AFFD05F85}"/>
    <dgm:cxn modelId="{583B6BCD-644B-4FBB-AA04-919F6A0D395E}" srcId="{891AF173-B339-4239-A0A6-AE2582FB86C4}" destId="{CBD9D35C-6D92-4796-A86C-E72BD155ADA0}" srcOrd="0" destOrd="0" parTransId="{08CBA735-F5F5-4495-9732-6496995D59DD}" sibTransId="{A2E18198-DDD9-44E4-9383-1C0E209BC5ED}"/>
    <dgm:cxn modelId="{850AB4F5-5EF2-4688-A861-31A59D1F8480}" srcId="{891AF173-B339-4239-A0A6-AE2582FB86C4}" destId="{B48C7B77-93ED-4102-843D-0D4BB21579C9}" srcOrd="1" destOrd="0" parTransId="{9632206C-BEC9-4955-856C-E8F22B5FD8EA}" sibTransId="{CE62CFE4-3D54-4DDD-976E-EE533E1A8C2D}"/>
    <dgm:cxn modelId="{F370CE05-4C06-4E6C-A918-095E3DEAE4BB}" type="presParOf" srcId="{0F3174C1-2EC4-41E9-B718-172A6DBB364A}" destId="{DBDBE5AC-264A-4947-9483-4CAC59139FFC}" srcOrd="0" destOrd="0" presId="urn:microsoft.com/office/officeart/2005/8/layout/vList2"/>
    <dgm:cxn modelId="{887E9D2A-FF61-4C71-A18F-F88E3310523A}" type="presParOf" srcId="{0F3174C1-2EC4-41E9-B718-172A6DBB364A}" destId="{25493E0B-113C-4D99-8343-EAFC441465B3}" srcOrd="1" destOrd="0" presId="urn:microsoft.com/office/officeart/2005/8/layout/vList2"/>
    <dgm:cxn modelId="{D72C4631-B95A-49DB-B4C5-EF02D1DF953B}" type="presParOf" srcId="{0F3174C1-2EC4-41E9-B718-172A6DBB364A}" destId="{11864345-4C8A-4B27-9B44-1B7E2DAB90D0}" srcOrd="2" destOrd="0" presId="urn:microsoft.com/office/officeart/2005/8/layout/vList2"/>
    <dgm:cxn modelId="{5D64471B-0998-455E-8F8B-AA6910707539}" type="presParOf" srcId="{0F3174C1-2EC4-41E9-B718-172A6DBB364A}" destId="{E5924141-E3AC-4B7A-9083-E754E098DDF8}" srcOrd="3" destOrd="0" presId="urn:microsoft.com/office/officeart/2005/8/layout/vList2"/>
    <dgm:cxn modelId="{33D46867-5289-4982-87FB-DE29B3296AAC}" type="presParOf" srcId="{0F3174C1-2EC4-41E9-B718-172A6DBB364A}" destId="{5D7D940F-075A-42EA-A572-FADDA68ED87E}" srcOrd="4" destOrd="0" presId="urn:microsoft.com/office/officeart/2005/8/layout/vList2"/>
    <dgm:cxn modelId="{E4270D52-C447-4938-80EB-3148426EB6A5}" type="presParOf" srcId="{0F3174C1-2EC4-41E9-B718-172A6DBB364A}" destId="{30F5C1EA-39BD-4C71-B5E3-251EFD55800E}" srcOrd="5" destOrd="0" presId="urn:microsoft.com/office/officeart/2005/8/layout/vList2"/>
    <dgm:cxn modelId="{69F656CA-1F6A-4E2C-8DB9-D358928402DD}" type="presParOf" srcId="{0F3174C1-2EC4-41E9-B718-172A6DBB364A}" destId="{7B81BCBD-1B6A-4345-B70A-2D2E495C0F9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9D08F-99C7-4BD4-96C4-11CB912CAA76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5734E-8589-48D3-A31E-3830E40533BD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27DE4-D639-41E5-946C-85A1BF597414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this project, our team will create large language model support for NSA’s new reverse engineering tool, Ghidra. </a:t>
          </a:r>
        </a:p>
      </dsp:txBody>
      <dsp:txXfrm>
        <a:off x="1948202" y="1410409"/>
        <a:ext cx="3233964" cy="1371985"/>
      </dsp:txXfrm>
    </dsp:sp>
    <dsp:sp modelId="{FF1294E0-5DA2-4EAE-8206-0671342C8870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23ECE-0183-4FF7-8FD4-45385D4D9791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538B2-3A59-4C05-BC52-862EE3EC2245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Reverse engineering is inherently a lossy process. Valuable context and data is often lost or obscured. Our goal is to use machine learning to bridge this gap.</a:t>
          </a:r>
        </a:p>
      </dsp:txBody>
      <dsp:txXfrm>
        <a:off x="7411643" y="1410409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684EC-ECCA-4E38-8D05-3AED0AAFB026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5A6AA-8D2C-40DC-80BF-A00EDE006E8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53B10-AE2C-461D-BDE7-AE909C742A2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Multi-step project that consists of numerous phases</a:t>
          </a:r>
        </a:p>
      </dsp:txBody>
      <dsp:txXfrm>
        <a:off x="100682" y="2684598"/>
        <a:ext cx="2370489" cy="720000"/>
      </dsp:txXfrm>
    </dsp:sp>
    <dsp:sp modelId="{2C3698B4-52B2-448D-89EC-21E1B0663A1A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68B98-0185-4F55-B0B1-6E9208DD1274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35DE8-DBCF-4706-B03C-D5F4412AD63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1: Research &amp; Red Teaming current LLM application (</a:t>
          </a:r>
          <a:r>
            <a:rPr lang="en-US" sz="1200" b="0" kern="1200">
              <a:latin typeface="Calibri Light" panose="020F0302020204030204"/>
            </a:rPr>
            <a:t>Fall 2024</a:t>
          </a:r>
          <a:r>
            <a:rPr lang="en-US" sz="1200" b="0" kern="1200"/>
            <a:t>)</a:t>
          </a:r>
        </a:p>
      </dsp:txBody>
      <dsp:txXfrm>
        <a:off x="2886007" y="2684598"/>
        <a:ext cx="2370489" cy="720000"/>
      </dsp:txXfrm>
    </dsp:sp>
    <dsp:sp modelId="{C45FA078-C664-40AF-ACC3-57B920E86E75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D573A-EC90-4EFD-8257-E933E7B2BB87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0EC07-D1A3-48AF-9CAD-BBF155F32DF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2: Improving current models (Late Fall </a:t>
          </a:r>
          <a:r>
            <a:rPr lang="en-US" sz="1200" b="0" kern="1200">
              <a:latin typeface="Calibri Light" panose="020F0302020204030204"/>
            </a:rPr>
            <a:t>2024 </a:t>
          </a:r>
          <a:r>
            <a:rPr lang="en-US" sz="1200" b="0" kern="1200"/>
            <a:t>– Early 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5671332" y="2684598"/>
        <a:ext cx="2370489" cy="720000"/>
      </dsp:txXfrm>
    </dsp:sp>
    <dsp:sp modelId="{94D0E7DE-EF78-43B4-803B-22B30BE028D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DC8D8-0FCA-487D-82D0-404E051A80D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39A1B-5BF0-41DC-A891-854475EE5414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3: Further refinement &amp; integrating our new model into Ghidra </a:t>
          </a:r>
          <a:r>
            <a:rPr lang="en-US" sz="1200" b="0" kern="1200">
              <a:latin typeface="Calibri Light" panose="020F0302020204030204"/>
            </a:rPr>
            <a:t>and Documentation </a:t>
          </a:r>
          <a:r>
            <a:rPr lang="en-US" sz="1200" b="0" kern="1200"/>
            <a:t>(Spring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D0092-055E-45C4-8751-24117DEE93B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C6BFA-D438-4057-8B4E-B3C65F4A45B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19D-1725-4BEC-AC63-1C10BE9E78B4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 are taking advantage of a current existing open-source large language model "LLM4Decompile".</a:t>
          </a:r>
        </a:p>
      </dsp:txBody>
      <dsp:txXfrm>
        <a:off x="1948202" y="368029"/>
        <a:ext cx="3233964" cy="1371985"/>
      </dsp:txXfrm>
    </dsp:sp>
    <dsp:sp modelId="{88F1A8FA-8841-4AF5-8033-93E89CFA270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65FEA-0AED-4422-8211-3FBC8A77BD5D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21027-FDDC-4A91-BF3C-20FF164A228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LLM already has the ability to decompile binary/assembly to C  (Best version ~65% accurate)</a:t>
          </a:r>
        </a:p>
      </dsp:txBody>
      <dsp:txXfrm>
        <a:off x="7411643" y="368029"/>
        <a:ext cx="3233964" cy="1371985"/>
      </dsp:txXfrm>
    </dsp:sp>
    <dsp:sp modelId="{7695FB70-BC18-41A6-A8C3-DB1ABFDAF4BE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8BE24-76C1-4E6C-80C4-A5522D0C1B1C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87D51-00A1-4EF9-A7DF-238C27FAA3F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Our current goal is to refine this LLM to become more accurate.</a:t>
          </a:r>
        </a:p>
      </dsp:txBody>
      <dsp:txXfrm>
        <a:off x="1948202" y="2452790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do we accomplish this?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1AF49-152E-485D-A443-7D168EE63AB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RAG Pipeline</a:t>
          </a:r>
          <a:endParaRPr lang="en-US" sz="2300" kern="1200"/>
        </a:p>
      </dsp:txBody>
      <dsp:txXfrm>
        <a:off x="1948202" y="368029"/>
        <a:ext cx="3233964" cy="1371985"/>
      </dsp:txXfrm>
    </dsp:sp>
    <dsp:sp modelId="{197D459D-A310-4F9A-9ECF-86FE2E2C968E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002B2-2E4E-4859-8B24-4F58810DC13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D76B6-63C2-4BA9-84AA-25131C1B0992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DataBase for the Pipeline</a:t>
          </a:r>
        </a:p>
      </dsp:txBody>
      <dsp:txXfrm>
        <a:off x="7411643" y="368029"/>
        <a:ext cx="3233964" cy="1371985"/>
      </dsp:txXfrm>
    </dsp:sp>
    <dsp:sp modelId="{88E43DCE-AEC7-43C6-A286-A591775E638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0CEB8-9F1E-46CD-BA56-AC4B88818ED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53DB7-8B56-4374-852F-FCA247517889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Expand on the Red Teaming efforts and put all Hallucinations into buckets</a:t>
          </a:r>
        </a:p>
      </dsp:txBody>
      <dsp:txXfrm>
        <a:off x="1948202" y="2452790"/>
        <a:ext cx="3233964" cy="1371985"/>
      </dsp:txXfrm>
    </dsp:sp>
    <dsp:sp modelId="{841DB549-B524-4DD6-AD67-382042FEFCED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0628B-6620-4D08-8E62-2915E15B60A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211F3-7B6B-4D93-B4F7-902156D46CF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Finetune everything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443CE-A805-49D9-99F7-CD6C495EFB23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86BB6-F85A-451D-A1DB-AED82C3F7353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04283-DDA5-47DA-8869-4C3FE70CC6CA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RAG Pipeline Refinement</a:t>
          </a:r>
        </a:p>
      </dsp:txBody>
      <dsp:txXfrm>
        <a:off x="1948202" y="1410409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Documentation, Documentation, Documentation</a:t>
          </a:r>
          <a:endParaRPr lang="en-US" sz="2400" kern="1200"/>
        </a:p>
      </dsp:txBody>
      <dsp:txXfrm>
        <a:off x="7411643" y="1410409"/>
        <a:ext cx="3233964" cy="13719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98BED-FFCB-4990-96A5-09AA0467FA4F}">
      <dsp:nvSpPr>
        <dsp:cNvPr id="0" name=""/>
        <dsp:cNvSpPr/>
      </dsp:nvSpPr>
      <dsp:spPr>
        <a:xfrm>
          <a:off x="8092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01E53-C0FC-4634-A3B4-CCE73365925C}">
      <dsp:nvSpPr>
        <dsp:cNvPr id="0" name=""/>
        <dsp:cNvSpPr/>
      </dsp:nvSpPr>
      <dsp:spPr>
        <a:xfrm>
          <a:off x="8092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Our team has the latest LLM4Decompile model running on our development environment</a:t>
          </a:r>
        </a:p>
      </dsp:txBody>
      <dsp:txXfrm>
        <a:off x="8092" y="1360422"/>
        <a:ext cx="2320312" cy="1089277"/>
      </dsp:txXfrm>
    </dsp:sp>
    <dsp:sp modelId="{D4BC38ED-05FF-42EF-B7DB-25404488180F}">
      <dsp:nvSpPr>
        <dsp:cNvPr id="0" name=""/>
        <dsp:cNvSpPr/>
      </dsp:nvSpPr>
      <dsp:spPr>
        <a:xfrm>
          <a:off x="8092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A0723-098F-47E5-A500-5A47BDE7EB12}">
      <dsp:nvSpPr>
        <dsp:cNvPr id="0" name=""/>
        <dsp:cNvSpPr/>
      </dsp:nvSpPr>
      <dsp:spPr>
        <a:xfrm>
          <a:off x="2734460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3727F-4D1A-4E39-B8F6-A7F017E15CB3}">
      <dsp:nvSpPr>
        <dsp:cNvPr id="0" name=""/>
        <dsp:cNvSpPr/>
      </dsp:nvSpPr>
      <dsp:spPr>
        <a:xfrm>
          <a:off x="2734460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Hosting this model on ubuntu desktop provided by GMU</a:t>
          </a:r>
          <a:r>
            <a:rPr lang="en-US" sz="1400" b="1" kern="1200">
              <a:latin typeface="Calibri Light" panose="020F0302020204030204"/>
            </a:rPr>
            <a:t>, with code repository (</a:t>
          </a:r>
          <a:r>
            <a:rPr lang="en-US" sz="1400" b="1" kern="1200" err="1">
              <a:latin typeface="Calibri Light" panose="020F0302020204030204"/>
            </a:rPr>
            <a:t>github</a:t>
          </a:r>
          <a:r>
            <a:rPr lang="en-US" sz="1400" b="1" kern="1200">
              <a:latin typeface="Calibri Light" panose="020F0302020204030204"/>
            </a:rPr>
            <a:t>)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sz="1400" b="1" kern="1200">
            <a:latin typeface="Calibri Light"/>
            <a:cs typeface="Calibri"/>
          </a:endParaRPr>
        </a:p>
      </dsp:txBody>
      <dsp:txXfrm>
        <a:off x="2734460" y="1360422"/>
        <a:ext cx="2320312" cy="1089277"/>
      </dsp:txXfrm>
    </dsp:sp>
    <dsp:sp modelId="{461D80F0-104F-46F1-BB0E-E211C9DD49B5}">
      <dsp:nvSpPr>
        <dsp:cNvPr id="0" name=""/>
        <dsp:cNvSpPr/>
      </dsp:nvSpPr>
      <dsp:spPr>
        <a:xfrm>
          <a:off x="2734460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69785-EE35-4396-9823-B05856DFFDD0}">
      <dsp:nvSpPr>
        <dsp:cNvPr id="0" name=""/>
        <dsp:cNvSpPr/>
      </dsp:nvSpPr>
      <dsp:spPr>
        <a:xfrm>
          <a:off x="5460827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9D136-DAEE-4416-AD6F-423CB3817E60}">
      <dsp:nvSpPr>
        <dsp:cNvPr id="0" name=""/>
        <dsp:cNvSpPr/>
      </dsp:nvSpPr>
      <dsp:spPr>
        <a:xfrm>
          <a:off x="5460827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With the model running, we can begin to test, improve, and refine it.</a:t>
          </a:r>
        </a:p>
      </dsp:txBody>
      <dsp:txXfrm>
        <a:off x="5460827" y="1360422"/>
        <a:ext cx="2320312" cy="1089277"/>
      </dsp:txXfrm>
    </dsp:sp>
    <dsp:sp modelId="{5698A7C6-F37D-4796-9E34-21DF3DB77AAD}">
      <dsp:nvSpPr>
        <dsp:cNvPr id="0" name=""/>
        <dsp:cNvSpPr/>
      </dsp:nvSpPr>
      <dsp:spPr>
        <a:xfrm>
          <a:off x="5460827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96B52-F520-444E-80E2-F4F2B6B55C45}">
      <dsp:nvSpPr>
        <dsp:cNvPr id="0" name=""/>
        <dsp:cNvSpPr/>
      </dsp:nvSpPr>
      <dsp:spPr>
        <a:xfrm>
          <a:off x="8187194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1450E-A4B5-46FC-AE14-70897F52A355}">
      <dsp:nvSpPr>
        <dsp:cNvPr id="0" name=""/>
        <dsp:cNvSpPr/>
      </dsp:nvSpPr>
      <dsp:spPr>
        <a:xfrm>
          <a:off x="8187194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We have split into 2 teams to achieve these objectives</a:t>
          </a:r>
        </a:p>
      </dsp:txBody>
      <dsp:txXfrm>
        <a:off x="8187194" y="1360422"/>
        <a:ext cx="2320312" cy="1089277"/>
      </dsp:txXfrm>
    </dsp:sp>
    <dsp:sp modelId="{3A3B3EE5-2CB6-4C54-8695-1EE9BA76B7A4}">
      <dsp:nvSpPr>
        <dsp:cNvPr id="0" name=""/>
        <dsp:cNvSpPr/>
      </dsp:nvSpPr>
      <dsp:spPr>
        <a:xfrm>
          <a:off x="8187194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RAG Team – This team oversees building a RAG Pipeline that we will combine with LLM4Decompile to improve accuracy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 Team – This team oversees evaluating the current LLM4Decompile model and determining where it falls short.</a:t>
          </a:r>
        </a:p>
      </dsp:txBody>
      <dsp:txXfrm>
        <a:off x="8187194" y="2520927"/>
        <a:ext cx="2320312" cy="1435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412609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Analyzed preliminary results of rag testing</a:t>
          </a:r>
          <a:endParaRPr lang="en-US" sz="3700" kern="1200"/>
        </a:p>
      </dsp:txBody>
      <dsp:txXfrm>
        <a:off x="71850" y="484459"/>
        <a:ext cx="6523133" cy="1328160"/>
      </dsp:txXfrm>
    </dsp:sp>
    <dsp:sp modelId="{65C98985-37B8-8749-9FB1-BD5B96073BAB}">
      <dsp:nvSpPr>
        <dsp:cNvPr id="0" name=""/>
        <dsp:cNvSpPr/>
      </dsp:nvSpPr>
      <dsp:spPr>
        <a:xfrm>
          <a:off x="0" y="1991029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Tested "success" comparison code (did not work)</a:t>
          </a:r>
        </a:p>
      </dsp:txBody>
      <dsp:txXfrm>
        <a:off x="71850" y="2062879"/>
        <a:ext cx="6523133" cy="1328160"/>
      </dsp:txXfrm>
    </dsp:sp>
    <dsp:sp modelId="{21145D19-1EF9-6545-901F-5439118FC097}">
      <dsp:nvSpPr>
        <dsp:cNvPr id="0" name=""/>
        <dsp:cNvSpPr/>
      </dsp:nvSpPr>
      <dsp:spPr>
        <a:xfrm>
          <a:off x="0" y="3569450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Worked to fix errors in the comparison code for final results</a:t>
          </a:r>
          <a:endParaRPr lang="en-US" sz="3700" kern="1200"/>
        </a:p>
      </dsp:txBody>
      <dsp:txXfrm>
        <a:off x="71850" y="3641300"/>
        <a:ext cx="6523133" cy="13281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3730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Calibri Light" panose="020F0302020204030204"/>
            </a:rPr>
            <a:t>Collect data on final results </a:t>
          </a:r>
          <a:r>
            <a:rPr lang="en-US" sz="4300" kern="1200" err="1">
              <a:latin typeface="Calibri Light" panose="020F0302020204030204"/>
            </a:rPr>
            <a:t>en</a:t>
          </a:r>
          <a:r>
            <a:rPr lang="en-US" sz="4300" kern="1200">
              <a:latin typeface="Calibri Light" panose="020F0302020204030204"/>
            </a:rPr>
            <a:t> masse</a:t>
          </a:r>
          <a:endParaRPr lang="en-US" sz="4300" kern="1200"/>
        </a:p>
      </dsp:txBody>
      <dsp:txXfrm>
        <a:off x="83502" y="120811"/>
        <a:ext cx="6499829" cy="1543536"/>
      </dsp:txXfrm>
    </dsp:sp>
    <dsp:sp modelId="{191E6D48-5AF5-4195-84B2-4D5429630012}">
      <dsp:nvSpPr>
        <dsp:cNvPr id="0" name=""/>
        <dsp:cNvSpPr/>
      </dsp:nvSpPr>
      <dsp:spPr>
        <a:xfrm>
          <a:off x="0" y="187168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Calibri"/>
              <a:ea typeface="Calibri"/>
              <a:cs typeface="Calibri"/>
            </a:rPr>
            <a:t>Do the poster/brochure/paper</a:t>
          </a:r>
        </a:p>
      </dsp:txBody>
      <dsp:txXfrm>
        <a:off x="83502" y="1955191"/>
        <a:ext cx="6499829" cy="1543536"/>
      </dsp:txXfrm>
    </dsp:sp>
    <dsp:sp modelId="{74CB1ABF-5DC7-4CA8-850E-DC0343C0DC5A}">
      <dsp:nvSpPr>
        <dsp:cNvPr id="0" name=""/>
        <dsp:cNvSpPr/>
      </dsp:nvSpPr>
      <dsp:spPr>
        <a:xfrm>
          <a:off x="0" y="370606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Calibri Light" panose="020F0302020204030204"/>
            </a:rPr>
            <a:t>Compile all results and data associated for presentation.</a:t>
          </a:r>
        </a:p>
      </dsp:txBody>
      <dsp:txXfrm>
        <a:off x="83502" y="3789571"/>
        <a:ext cx="6499829" cy="15435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FD6D4-3620-41A4-B084-D5C9649BEAB8}">
      <dsp:nvSpPr>
        <dsp:cNvPr id="0" name=""/>
        <dsp:cNvSpPr/>
      </dsp:nvSpPr>
      <dsp:spPr>
        <a:xfrm>
          <a:off x="0" y="422104"/>
          <a:ext cx="6666833" cy="14847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bg1"/>
              </a:solidFill>
              <a:latin typeface="Calibri"/>
              <a:ea typeface="Calibri"/>
              <a:cs typeface="Calibri"/>
            </a:rPr>
            <a:t>Rebuilt and expanded sample database to include the ~25k training dataset ExeBench files</a:t>
          </a:r>
        </a:p>
      </dsp:txBody>
      <dsp:txXfrm>
        <a:off x="72479" y="494583"/>
        <a:ext cx="6521875" cy="1339772"/>
      </dsp:txXfrm>
    </dsp:sp>
    <dsp:sp modelId="{74307075-570D-45C6-8C77-7BB58047224B}">
      <dsp:nvSpPr>
        <dsp:cNvPr id="0" name=""/>
        <dsp:cNvSpPr/>
      </dsp:nvSpPr>
      <dsp:spPr>
        <a:xfrm>
          <a:off x="0" y="1984594"/>
          <a:ext cx="6666833" cy="148473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Calibri"/>
              <a:ea typeface="Calibri"/>
              <a:cs typeface="Calibri"/>
            </a:rPr>
            <a:t>Changed process to convert executable object files directly to CFG's instead of using an LLM. Reduces manually introduced error</a:t>
          </a:r>
        </a:p>
      </dsp:txBody>
      <dsp:txXfrm>
        <a:off x="72479" y="2057073"/>
        <a:ext cx="6521875" cy="1339772"/>
      </dsp:txXfrm>
    </dsp:sp>
    <dsp:sp modelId="{33E6382B-7F75-465D-AAD0-874B55CD2FC3}">
      <dsp:nvSpPr>
        <dsp:cNvPr id="0" name=""/>
        <dsp:cNvSpPr/>
      </dsp:nvSpPr>
      <dsp:spPr>
        <a:xfrm>
          <a:off x="0" y="3547085"/>
          <a:ext cx="6666833" cy="148473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Calibri"/>
              <a:ea typeface="Calibri"/>
              <a:cs typeface="Calibri"/>
            </a:rPr>
            <a:t>Finished pipeline control scripts, and began running large scale tests to create metrics.</a:t>
          </a:r>
        </a:p>
      </dsp:txBody>
      <dsp:txXfrm>
        <a:off x="72479" y="3619564"/>
        <a:ext cx="6521875" cy="133977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BE5AC-264A-4947-9483-4CAC59139FFC}">
      <dsp:nvSpPr>
        <dsp:cNvPr id="0" name=""/>
        <dsp:cNvSpPr/>
      </dsp:nvSpPr>
      <dsp:spPr>
        <a:xfrm>
          <a:off x="0" y="46309"/>
          <a:ext cx="6666833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Continue bulk testing efforts</a:t>
          </a:r>
        </a:p>
      </dsp:txBody>
      <dsp:txXfrm>
        <a:off x="62055" y="108364"/>
        <a:ext cx="6542723" cy="1147095"/>
      </dsp:txXfrm>
    </dsp:sp>
    <dsp:sp modelId="{11864345-4C8A-4B27-9B44-1B7E2DAB90D0}">
      <dsp:nvSpPr>
        <dsp:cNvPr id="0" name=""/>
        <dsp:cNvSpPr/>
      </dsp:nvSpPr>
      <dsp:spPr>
        <a:xfrm>
          <a:off x="0" y="1409674"/>
          <a:ext cx="6666833" cy="1271205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Refine search / comparison methods to reduce time requirements</a:t>
          </a:r>
        </a:p>
      </dsp:txBody>
      <dsp:txXfrm>
        <a:off x="62055" y="1471729"/>
        <a:ext cx="6542723" cy="1147095"/>
      </dsp:txXfrm>
    </dsp:sp>
    <dsp:sp modelId="{5D7D940F-075A-42EA-A572-FADDA68ED87E}">
      <dsp:nvSpPr>
        <dsp:cNvPr id="0" name=""/>
        <dsp:cNvSpPr/>
      </dsp:nvSpPr>
      <dsp:spPr>
        <a:xfrm>
          <a:off x="0" y="2773040"/>
          <a:ext cx="6666833" cy="1271205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Make final adjustments and clean up code</a:t>
          </a:r>
        </a:p>
      </dsp:txBody>
      <dsp:txXfrm>
        <a:off x="62055" y="2835095"/>
        <a:ext cx="6542723" cy="1147095"/>
      </dsp:txXfrm>
    </dsp:sp>
    <dsp:sp modelId="{7B81BCBD-1B6A-4345-B70A-2D2E495C0F9A}">
      <dsp:nvSpPr>
        <dsp:cNvPr id="0" name=""/>
        <dsp:cNvSpPr/>
      </dsp:nvSpPr>
      <dsp:spPr>
        <a:xfrm>
          <a:off x="0" y="4136405"/>
          <a:ext cx="6666833" cy="1271205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Submissions for presentation, paper, poster, brochure, and final delivery.</a:t>
          </a:r>
        </a:p>
      </dsp:txBody>
      <dsp:txXfrm>
        <a:off x="62055" y="4198460"/>
        <a:ext cx="6542723" cy="1147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3T22:23:17.424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9,'47'0,"-5"0,-19 0,3 0,-1 0,-2 0,-3 0,-3 0,-3 0,0 0,1 0,0 0,0 0,1 0,-1 0,-1 0,-3 0,-2 0,4 0,-1 0,5 0,-3 0,1 0,3 1,5 1,2 0,-2-1,-4-1,1 0,2 0,9 0,-2 0,-5 0,-6 0,-5 0,-1 0,-4-1,4-1,-3 1,6 0,2 1,3 0,-2 0,-2 0,-4 0,-4 0,4 0,-5 0,6 0,-3 0,1 0,-1 0,2 0,-2 0,0 0,1 1,2 0,1 1,-4-1,3-1,-2 0,7 0,-3 0,-1 0,-4 0,-2 0,5 0,0 0,6-1,-3-2,-1 0,-4 0,-2 0,2 2,-1 0,2 1,-2 0,1 0,1 0,1 0,1 0,-2 0,-2 0,0 0,0 0,0 0,2 0,-2 0,1 0,-1 0,3 0,-4 0,1 2,2-1,-4 1,6-1,-6 0,4 1,-1-1,-1 0,0 1,0 0,1-1,-2 1,4-1,-4-1,1 0,3 0,-6 0,11 0,-6 1,8 0,-5 0,-2 0,-4-1,2 0,-1 0,2 0,-1 0,-2 0,1 0,1 0,0 0,-1 0,2 0,0 0,1 0,-1 0,1 0,-1 0,-1 0,0 0,-1 0,1 0,1 0,-2 0,1 0,1 0,1 0,-1 0,-2 0,1 0,-2 0,4 0,-4 0,2 0,-3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42.370"/>
    </inkml:context>
    <inkml:brush xml:id="br0">
      <inkml:brushProperty name="width" value="0.025" units="cm"/>
      <inkml:brushProperty name="height" value="0.025" units="cm"/>
      <inkml:brushProperty name="color" value="#05B0B3"/>
    </inkml:brush>
  </inkml:definitions>
  <inkml:trace contextRef="#ctx0" brushRef="#br0">0 1 24575,'7'0'0,"5"0"0,1 0 0,7 0 0,12 0 0,12 0 0,16 0 0,6 0 0,2 0 0,-1 0 0,-3 0 0,-9 0 0,-11 0 0,-12 0 0,-7 0 0,-3 0 0,-7 0 0,-1 0 0,-5 0 0,-1 0 0,-2 0 0,-3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59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80 211 24575,'20'0'0,"-3"0"0,-5 0 0,0 0 0,0 0 0,0 0 0,-1 0 0,0 0 0,1 0 0,1 0 0,5 0 0,2 0 0,3 0 0,4 0 0,1-1 0,4-1 0,-6 1 0,-6 0 0,-5 1 0,-5 0 0,1 0 0,-1 0 0,1-1 0,0-1 0,2 0 0,3-2 0,3 0 0,3-1 0,0 1 0,1 0 0,0 1 0,-4 0 0,-1 1 0,-4 1 0,-2-2 0,1 1 0,1 1 0,0 0 0,2-1 0,3 0 0,3-1 0,5 0 0,2 2 0,-1 1 0,2 0 0,-4 0 0,-2 0 0,-4 0 0,-3 0 0,1 0 0,1 0 0,2 0 0,0 0 0,-1 0 0,0 0 0,4 0 0,1 0 0,-1 0 0,-2 0 0,-7 0 0,-2 0 0,-3 0 0,-3 0 0,-2 0 0,0 0 0,3 0 0,-1 0 0,3 0 0,3 0 0,2 0 0,2 0 0,-3 0 0,-4-2 0,-5-2 0,-3-2 0,-2-2 0,0 1 0,0 1 0,0 0 0,0 0 0,0-2 0,0 0 0,0 0 0,0 2 0,0 1 0,-3 0 0,-4-1 0,-4-3 0,-6-2 0,-3-1 0,-2 1 0,3 3 0,4 3 0,3 2 0,1 2 0,1 0 0,-1 1 0,0 0 0,0 0 0,-3 0 0,0 0 0,1 0 0,2 0 0,3 0 0,2 0 0,2 0 0,-3 0 0,1 0 0,-3 0 0,-1 0 0,-1 0 0,-2 0 0,1 0 0,1 0 0,3 0 0,1 0 0,0 0 0,1 0 0,-5 0 0,-3 0 0,-3 0 0,-2 0 0,-3 0 0,1 0 0,1 0 0,5 0 0,7 0 0,2 0 0,0 0 0,-1 0 0,-4 0 0,-5 0 0,-7 0 0,-4 0 0,-1 0 0,5 0 0,6 0 0,5 0 0,5 0 0,2 0 0,0 0 0,0 0 0,-2 0 0,-2 0 0,-1 0 0,1 0 0,-1 0 0,-4 0 0,-3 0 0,-3 0 0,-1 0 0,0 0 0,-2 0 0,1 0 0,-1 0 0,3 0 0,1 0 0,0 0 0,2 0 0,-1 0 0,1 0 0,1 0 0,0 0 0,2 0 0,1 0 0,-5 0 0,-2 0 0,-5 0 0,0 0 0,2 0 0,3 0 0,4 0 0,4 0 0,3 0 0,3 0 0,1 0 0,0 0 0,-2 0 0,2 0 0,-3 0 0,-2 0 0,-4 0 0,0 0 0,3 0 0,3 0 0,5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05.2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1375 11 24575,'-21'0'0,"3"0"0,6 0 0,2 0 0,-1 0 0,1 0 0,-1 0 0,-2 0 0,1 0 0,-2 0 0,0 0 0,-2 0 0,1 0 0,4 0 0,2 0 0,4 0 0,0 0 0,-2 0 0,2 0 0,-3 0 0,3 0 0,-2 0 0,-1 0 0,-1 0 0,-4 0 0,-1 1 0,-1 0 0,2 1 0,3 0 0,3-1 0,1 0 0,-1 0 0,1-1 0,1 0 0,0 0 0,-1 0 0,0 0 0,0 0 0,1 0 0,-1 2 0,0-1 0,-4 1 0,0-1 0,-4 1 0,-3 0 0,0 1 0,1-2 0,6 0 0,2-1 0,3 0 0,1 0 0,-2 0 0,0 0 0,-3 0 0,0 0 0,-3 0 0,-2 0 0,0 0 0,1 0 0,3 0 0,3 0 0,2 0 0,0 0 0,-1 0 0,0 0 0,-1 0 0,-1 0 0,-2 0 0,-4 0 0,-1 0 0,1 0 0,0 0 0,-1 0 0,2 0 0,0 0 0,4 0 0,1 0 0,0 0 0,2 0 0,0 0 0,0 0 0,0 0 0,-1 0 0,-1 0 0,0 0 0,-1 0 0,-2 0 0,0 0 0,-2 0 0,1 0 0,2 0 0,0 0 0,3 0 0,0 0 0,2 0 0,0 0 0,0 0 0,-1 0 0,1 0 0,-1 0 0,0 0 0,-1 0 0,-1 0 0,0 0 0,1 0 0,0 0 0,0 0 0,1 0 0,-1 0 0,3 0 0,-2 0 0,0 0 0,-2 0 0,-3 0 0,-2 0 0,-1 0 0,0-1 0,3 0 0,1-1 0,3 1 0,1 1 0,1 0 0,0-1 0,0 0 0,-2 0 0,-2-1 0,-3 1 0,-1-1 0,-1 1 0,0-1 0,1 1 0,2-1 0,2 1 0,4 1 0,0 0 0,-2 0 0,2 0 0,-2 0 0,2-1 0,-1 0 0,-2 0 0,-2-1 0,0 0 0,0 1 0,1 0 0,2 0 0,1-1 0,2 1 0,-3 0 0,2 1 0,-2 0 0,3 0 0,-1 0 0,-1 0 0,1-1 0,18 6 0,-9-5 0,16 5 0,-13-5 0,-1 0 0,2 0 0,-1 0 0,0 0 0,0 0 0,-1 0 0,-1 0 0,1 0 0,-1 0 0,1 1 0,1 0 0,-1 0 0,2 0 0,-3-1 0,1 0 0,0 0 0,-1 0 0,2 0 0,-2 0 0,0 0 0,2 0 0,1 0 0,0 0 0,-1 0 0,-1 0 0,-1 0 0,1 0 0,-1 0 0,1 0 0,-1 0 0,0 1 0,1 0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6.4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225 225 24575,'0'-15'0,"0"2"0,0 6 0,0 1 0,0-1 0,0 0 0,0-1 0,-1 0 0,0 0 0,1 1 0,-1 3 0,1 0 0,0-1 0,0-1 0,0 0 0,0 1 0,-1-8 0,1 5 0,-1-6 0,0 8 0,1 2 0,0-2 0,0 1 0,0-1 0,0 1 0,-6 3 0,3-1 0,-7 2 0,5 0 0,-2-1 0,-1 0 0,1 0 0,2 1 0,0 0 0,0 1 0,-2 0 0,-1 0 0,-1 0 0,1 0 0,1 0 0,1 0 0,0 0 0,1 0 0,0 0 0,-2 0 0,2 0 0,-1 0 0,-1 0 0,0 0 0,-4 0 0,1 0 0,-2 0 0,1 0 0,2 0 0,2 0 0,2 0 0,19-6 0,-2 2 0,12-4 0,-10 5 0,-1 0 0,-5 2 0,2-1 0,-4 2 0,-1 0 0,1 0 0,-2 0 0,3 0 0,-3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45.457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1933 68 24575,'-38'0'0,"1"3"0,9 1 0,5 0 0,6 0 0,6-2 0,4 0 0,-1-1 0,3-1 0,-2 1 0,-1-1 0,-3 0 0,-2 0 0,-1 0 0,2 0 0,-1-1 0,3 0 0,1 1 0,2-1 0,0 1 0,-1 0 0,-1 0 0,1 0 0,-2-1 0,-2 0 0,0-1 0,-2 0 0,-1-1 0,0 0 0,-2 0 0,0 0 0,2 1 0,3 1 0,2 0 0,2 1 0,-1 0 0,-2 0 0,1 0 0,-4 0 0,-4 0 0,-4 1 0,-4-1 0,-3 1 0,0 0 0,-4-1 0,-2 0 0,4 0 0,3-1 0,6 0 0,3 0 0,-1-1 0,1 1 0,1 0 0,-1 0 0,-1 0 0,-1 0 0,0 1 0,0 0 0,1 0 0,2 0 0,-1 0 0,3 0 0,1 0 0,2 0 0,1 0 0,-1 0 0,1 0 0,-1 0 0,-1 0 0,-5 0 0,-4 0 0,-2 0 0,-1 0 0,2 0 0,1 0 0,4 0 0,3 0 0,4 0 0,3 0 0,0 0 0,1 0 0,0 0 0,0 0 0,0 0 0,0 0 0,-4 0 0,-2 0 0,-2 0 0,1 0 0,1 0 0,1 0 0,2 0 0,0 1 0,3 0 0,1 0 0,0 0 0,1 0 0,0 1 0,-2-1 0,-1 0 0,-2 0 0,-2 0 0,1 1 0,-1 0 0,1 0 0,2 0 0,2-1 0,3 0 0,1 0 0,-1-1 0,-1 1 0,-1-1 0,0 0 0,1 0 0,1 0 0,-2 0 0,1 0 0,-1 0 0,2 0 0,0 0 0,0 0 0,-1 0 0,-2 0 0,-2 0 0,0 0 0,0 0 0,-1 0 0,1-2 0,-1 0 0,2 0 0,1 0 0,2 1 0,1 1 0,0-1 0,0-1 0,-1 1 0,2-1 0,-2-1 0,2 2 0,-2-2 0,2 1 0,0 0 0,-2-1 0,2 3 0,-2-2 0,1 2 0,0 0 0,-1 0 0,0 0 0,0 0 0,1 0 0,-1 0 0,2 0 0,-3 0 0,3 0 0,-2-1 0,1-1 0,0 2 0,-1-1 0,4 9 0,0-2 0,6 8 0,-1-5 0,1 1 0,-2-3 0,0-1 0,-1-2 0,1 2 0,-1 0 0,1 2 0,-1-2 0,-1-1 0,0 0 0,0 1 0,0 0 0,0 0 0,0-1 0,0 0 0,0 1 0,0-1 0,0 0 0,0 2 0,0-2 0,0 3 0,0-2 0,-1-1 0,0 0 0,-1-1 0,0 2 0,0-1 0,0-1 0,-1 2 0,1-2 0,-1 2 0,2-1 0,0-1 0,-2 1 0,14-4 0,-4 1 0,11-3 0,-9 0 0,0 1 0,-1-1 0,0 0 0,1 1 0,2-1 0,1 0 0,3 0 0,3 0 0,2 1 0,-3 0 0,-2 0 0,-5 0 0,-3 0 0,1 0 0,-1 0 0,-1 0 0,1 0 0,2 0 0,0 0 0,2 1 0,2 0 0,-1 0 0,3 1 0,0-1 0,-2 0 0,0-1 0,-4 1 0,0-1 0,0 0 0,0 0 0,1 0 0,0 0 0,1 0 0,3 0 0,4 0 0,2 0 0,2 0 0,-1-1 0,-3 0 0,-1-1 0,-4 0 0,-1 0 0,-3 0 0,0 1 0,-1 1 0,1 0 0,-1 0 0,2 0 0,1 0 0,3 0 0,4 0 0,1 0 0,1 0 0,0-1 0,0 0 0,-3-1 0,-3 0 0,-2 1 0,-3 0 0,0 0 0,-1 1 0,0 0 0,-1 0 0,-1 0 0,-2 0 0,3 0 0,-3 0 0,3 0 0,-2 0 0,0 1 0,1-1 0,-1 1 0,0 0 0,0 0 0,0-1 0,2 2 0,2-1 0,3 0 0,2 1 0,1-2 0,0 1 0,-2 0 0,-2 0 0,-3-1 0,-1 0 0,0 0 0,1 0 0,-1 0 0,0 0 0,1 0 0,0 0 0,2 0 0,1 0 0,1 0 0,-2 0 0,0 0 0,1 0 0,0 0 0,0 0 0,-2 0 0,-1 0 0,-1 0 0,-1 0 0,1 0 0,1 0 0,0 0 0,2 0 0,4 0 0,2 0 0,3 0 0,1 0 0,1 0 0,-3 0 0,-3 0 0,-4 0 0,-1 0 0,1 0 0,-1 0 0,1 0 0,1 0 0,5 0 0,1 0 0,4 0 0,1 0 0,0 0 0,0 0 0,0 0 0,-4 0 0,-3 0 0,-3 0 0,-3 0 0,0 0 0,0 0 0,-1 0 0,0 0 0,-1 0 0,1 0 0,3 0 0,0 0 0,1 0 0,0 0 0,0 0 0,0 0 0,-2 0 0,-3 0 0,-1 0 0,1 0 0,0 0 0,2 0 0,-1 0 0,-1 0 0,1 0 0,0 0 0,2-1 0,0 0 0,-1 1 0,0 0 0,-2 0 0,-2 0 0,0 0 0,-1 0 0,0 0 0,1 0 0,-1 0 0,0 0 0,0 0 0,0 0 0,1 0 0,2 0 0,2 0 0,1 0 0,0 0 0,1 0 0,-3 0 0,-2 0 0,-3 0 0,1 0 0,2 0 0,-1 0 0,2 0 0,-3 0 0,1 0 0,0 0 0,0 0 0,-1 0 0,2 0 0,-2 0 0,0 0 0,1 0 0,-1 0 0,1 0 0,-1 0 0,0 0 0,-1-7 0,-2 2 0,-2-6 0,0 5 0,0-1 0,0-1 0,0-3 0,0-3 0,0 0 0,0 2 0,0 4 0,0 3 0,0 1 0,0-2 0,0 1 0,0-1 0,0 0 0,0 0 0,0-1 0,0 2 0,0 0 0,0 0 0,0 0 0,0-1 0,0 0 0,0 1 0,0-3 0,0 2 0,0 0 0,0 1 0,0-1 0,0 2 0,-1-2 0,-6 4 0,1 1 0,-5 2 0,-1-1 0,-1 0 0,-1 0 0,1 0 0,2 0 0,-2 0 0,-1 0 0,-1 0 0,0 0 0,4 0 0,2 0 0,2 0 0,2 0 0,0 0 0,1-1 0,-2 1 0,-2-2 0,-1 2 0,-3-2 0,-1 2 0,3 0 0,0 0 0,4 0 0,0 0 0,0 0 0,0 0 0,-1 0 0,0 0 0,-1 0 0,0 0 0,-3 0 0,-2 0 0,-2 0 0,-1 0 0,1 0 0,2 0 0,1 0 0,3 0 0,2 0 0,1 0 0,1 0 0,0 0 0,-1 0 0,0 0 0,-3 0 0,-1 0 0,-3 0 0,-1 0 0,0 0 0,-2 0 0,-1 0 0,3 0 0,1 0 0,4 0 0,2 0 0,-1 0 0,1 0 0,-1 0 0,1 0 0,-2 0 0,-3 0 0,-1 0 0,-1 0 0,2 0 0,0 0 0,1 0 0,1 0 0,2 0 0,1 0 0,1 0 0,0 0 0,0 0 0,0 0 0,1 0 0,-1 0 0,0 0 0,-3 0 0,1 0 0,-2 0 0,0 1 0,1 0 0,1-1 0,0 1 0,2-1 0,0 0 0,0 0 0,0 0 0,-1 0 0,1 0 0,-1 0 0,-1 0 0,-3 0 0,-3 0 0,-2 0 0,-3 0 0,0 0 0,1 0 0,3 0 0,1 0 0,3 0 0,2 0 0,-1 0 0,2 0 0,-1 0 0,0 0 0,-3 0 0,-1 0 0,-2 0 0,0 0 0,1-1 0,1 1 0,0-1 0,4 0 0,1 0 0,2 0 0,2 1 0,-3-1 0,2 0 0,-2 1 0,0-1 0,-1 1 0,-1-1 0,-1 0 0,-2-1 0,-1 2 0,-1-1 0,3 1 0,1-1 0,2 1 0,1-1 0,-1 0 0,0 0 0,-1 1 0,0-1 0,-1 0 0,1 0 0,-4 0 0,-2-1 0,-3 0 0,-1 0 0,2 0 0,-1 1 0,5 0 0,2 1 0,3-1 0,2 0 0,0 1 0,0-1 0,0 0 0,-1 1 0,-1-1 0,0 0 0,-1 1 0,0-1 0,1 1 0,1 0 0,2 0 0,0 0 0,1 0 0,-2 0 0,0 0 0,1 0 0,1 0 0,-2 1 0,2 1 0,-2 1 0,1-2 0,1 1 0,-3 0 0,-1 0 0,-4 0 0,2 0 0,0-1 0,2-1 0,1 1 0,0 0 0,2-1 0,0 1 0,0-1 0,0 0 0,-1 0 0,0 0 0,-1 0 0,-2 0 0,-2 0 0,0 0 0,-1 0 0,0 0 0,2 0 0,2 0 0,2 0 0,1 0 0,0 0 0,-1 0 0,1 0 0,0 0 0,0 0 0,0 0 0,-1 0 0,0 0 0,0 0 0,0 0 0,2 0 0,-2 0 0,1 0 0,-1 0 0,0 0 0,1 0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4.465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1691 98 24575,'-21'0'0,"3"0"0,6 0 0,3 0 0,4 0 0,1 0 0,-2 0 0,-2 0 0,-4 0 0,-3 0 0,-3 0 0,-1 0 0,-1 0 0,2 0 0,4 0 0,3 0 0,3 0 0,2 0 0,0 0 0,0 0 0,0 0 0,-2 0 0,-1 0 0,-1 0 0,-5 0 0,-3 0 0,-4 0 0,-2 0 0,3 0 0,1 0 0,4 0 0,4 0 0,2 0 0,4 0 0,-1 0 0,1 0 0,-1 0 0,1 0 0,-2 0 0,-2 0 0,-4 0 0,-2 0 0,-1 0 0,1 0 0,1 0 0,3 0 0,2 0 0,2 0 0,0 0 0,-1 0 0,0 0 0,-1 0 0,-2 0 0,-6 0 0,-3 0 0,-5 0 0,1 0 0,1-1 0,1-1 0,4 1 0,2 0 0,5 1 0,1 0 0,1 0 0,0 0 0,0 0 0,2 0 0,0 0 0,-1 0 0,-1 0 0,-3 0 0,-2 0 0,1 0 0,-2 0 0,1 0 0,1 0 0,1 0 0,3 0 0,0 0 0,0 0 0,2 0 0,0-1 0,0-1 0,-1-1 0,-2-1 0,-4-1 0,-3 1 0,-3-3 0,-1 0 0,0 0 0,1-1 0,2 1 0,4 0 0,0 1 0,2 1 0,1 2 0,-2-1 0,0 1 0,-2 0 0,0 1 0,-3 0 0,-2 1 0,0 0 0,2 1 0,2 0 0,1 0 0,4 0 0,3 0 0,3 0 0,2 0 0,-3 0 0,2 0 0,-1 1 0,2 0 0,-1 1 0,0 1 0,-1 0 0,1 0 0,0 0 0,1 1 0,-1-1 0,-3 5 0,-3-1 0,-6 6 0,2-2 0,1-2 0,5-1 0,5-5 0,-1-1 0,-1 0 0,-2 0 0,-2 1 0,-3 0 0,-1-1 0,2-1 0,0 0 0,6-1 0,2 0 0,24 0 0,-5 1 0,21 0 0,-13 1 0,-1-1 0,-5-1 0,-3 0 0,-3 0 0,-2 0 0,1 0 0,-1 0 0,1 0 0,3 0 0,5 0 0,7 0 0,8 0 0,3 0 0,-1 0 0,-2 0 0,-10 0 0,-8 0 0,-6 0 0,-4 0 0,-1 0 0,3 0 0,-1 0 0,4 0 0,1-1 0,2 0 0,-1-1 0,-2 1 0,-3 0 0,-2 0 0,-1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9.532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1690 42 24575,'-25'0'0,"-1"0"0,4 0 0,-2 0 0,3 0 0,2 0 0,5 0 0,3 0 0,3 0 0,2 0 0,0 0 0,-1 0 0,-1 0 0,-1 0 0,-3 0 0,1 0 0,-2 0 0,2 0 0,1 0 0,0 0 0,-2 0 0,-1 0 0,-1 0 0,3 0 0,2 1 0,2 0 0,1 0 0,0 0 0,1-1 0,-1 0 0,1 0 0,-6 0 0,-3 0 0,-2 0 0,-5 0 0,3 0 0,1 0 0,0 0 0,2 0 0,0 0 0,0 0 0,-1 1 0,-2 0 0,-3 1 0,0-1 0,0-1 0,0 1 0,3 0 0,3 0 0,3 0 0,2-1 0,2 0 0,0 0 0,1 0 0,1 0 0,-1 0 0,1 0 0,0 0 0,-2 0 0,1 0 0,-1 0 0,-2 0 0,-1 0 0,-5 0 0,1 0 0,-3 0 0,2 0 0,1 0 0,-1 0 0,0 0 0,0 0 0,0 0 0,-2 0 0,-1 0 0,3 0 0,3 0 0,3 0 0,3 0 0,0 0 0,-1 0 0,0 0 0,-3 0 0,0 0 0,-2 0 0,0 0 0,0 0 0,-6 0 0,-1 0 0,-5 0 0,1 0 0,4 0 0,0 0 0,6 0 0,3-1 0,2 0 0,0 0 0,0 0 0,0 0 0,-1-1 0,1 1 0,-1-1 0,0 1 0,-1-2 0,-2 0 0,-3-2 0,-1 0 0,-1-1 0,2 0 0,3 2 0,3 1 0,3 1 0,1 0 0,0-1 0,1 2 0,0 0 0,-1 1 0,1 0 0,0 0 0,-1 0 0,2 0 0,-3 0 0,1 0 0,0 0 0,-1 0 0,1 0 0,0 0 0,1 0 0,-2 0 0,-1 0 0,-3 0 0,1 0 0,2 0 0,3 0 0,1 0 0,-3 0 0,3 0 0,-4 0 0,1 2 0,-2 1 0,1 1 0,2-1 0,1-2 0,1 0 0,-2 0 0,0 1 0,-1-2 0,2 0 0,0 0 0,0 0 0,4 10 0,-1-3 0,4 7 0,-2-8 0,0-1 0,1 1 0,0-1 0,0 1 0,0-2 0,-1 1 0,0 0 0,0 2 0,0-2 0,0 1 0,1-1 0,0 0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21.539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1.103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18 24575,'60'0'0,"-7"0"0,7 0 0,-15 0 0,-1 0 0,-3 0 0,-4 0 0,4 0 0,6 0 0,-1 0 0,9-1 0,-1-2 0,5-2 0,2 1 0,-2 1 0,-11 1 0,-13 2 0,-11 0 0,-7 0 0,-1 0 0,-3 0 0,2 0 0,-3 0 0,2 0 0,0 0 0,5 0 0,7 2 0,6 2 0,6 2 0,0-1 0,1-2 0,-6-2 0,-3-1 0,-7 1 0,-4 0 0,-1 1 0,-3-1 0,0-1 0,-3 0 0,1 0 0,-1 0 0,3 0 0,2 1 0,1 0 0,3 2 0,2 1 0,-1 0 0,0-1 0,-5-1 0,-4-1 0,-4-1 0,-2 0 0,0 0 0,2 0 0,1 0 0,5 0 0,2 0 0,2 0 0,0 0 0,-1 0 0,-3 0 0,-2 0 0,-2 0 0,-1 0 0,1 0 0,-2 0 0,-1 0 0,-1 0 0,0 0 0,3 0 0,-1 0 0,2 0 0,-1 0 0,-1 0 0,0 0 0,-2 0 0,-1 0 0,-2 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5.497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 1 24575,'27'0'0,"1"0"0,-6 0 0,2 0 0,-5 0 0,-4 0 0,0 1 0,-4 1 0,5 1 0,1 0 0,0 1 0,3-1 0,-2 1 0,-1 0 0,-2-1 0,-4-1 0,-3-1 0,0 0 0,-2-1 0,1 0 0,-1 0 0,1 0 0,0 0 0,0 0 0,1 0 0,0 0 0,0 0 0,-3 1 0,0 0 0,1 0 0,7 0 0,2-1 0,4 0 0,-3 0 0,-4 2 0,-4 2 0,0 1 0,0 0 0,-2-1 0,1-1 0,-2-1 0,2-1 0,4 0 0,2 1 0,-1 1 0,-2-2 0,-4 0 0,-1-1 0,1 0 0,-1 0 0,2 0 0,2 0 0,1 0 0,1 0 0,-3 0 0,-1 0 0,1 0 0,0 0 0,-1 0 0,1 0 0,-1 0 0,1 0 0,1 0 0,4 0 0,4 0 0,5 0 0,3 0 0,-1 0 0,3 0 0,-4 0 0,-1 0 0,-5 0 0,-4 0 0,0 0 0,0 0 0,-1 0 0,-1 0 0,0 0 0,0 0 0,2 0 0,3 0 0,5 0 0,7 0 0,5 0 0,5 0 0,0 0 0,-5 0 0,-7 0 0,-7 0 0,-3 0 0,-2 0 0,-1 0 0,-2 0 0,-1 1 0,2 0 0,1 2 0,3 1 0,6 1 0,6 0 0,6-1 0,1-2 0,-6 0 0,-6-1 0,-8-1 0,-4 0 0,0 0 0,-3 0 0,0 0 0,0 0 0,0 0 0,1 0 0,1 0 0,3 0 0,1 0 0,1 0 0,-1 0 0,-1 0 0,-3 0 0,-3 0 0,-2 0 0,-1 0 0,2 0 0,-1 0 0,2 0 0,-1 0 0,3 0 0,4 0 0,3 0 0,2 0 0,-1 0 0,-4 0 0,-5 0 0,-2 0 0,-2 1 0,3 1 0,-1 0 0,3 2 0,-1-1 0,0-1 0,-3 0 0,-2-1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1.04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27 24575,'21'-3'0,"-4"2"0,-5 1 0,-4 0 0,1 0 0,-2 0 0,1 0 0,0 0 0,2 0 0,5 0 0,5 0 0,7 0 0,4 0 0,-2 0 0,-5 0 0,-5 0 0,-3 0 0,0 0 0,-2 0 0,-1 0 0,-1 0 0,-1 0 0,1 0 0,3 0 0,0 0 0,2 0 0,1 0 0,0 0 0,3 0 0,-4 0 0,-1 0 0,-5 0 0,-3 0 0,0 0 0,0 0 0,-2 0 0,1 0 0,3 1 0,2 0 0,4 1 0,1 0 0,0 1 0,1-1 0,-3 0 0,-3 0 0,-1-1 0,-2 0 0,1 0 0,-1-1 0,2 0 0,0 0 0,1 0 0,2 0 0,3 0 0,3 0 0,1 0 0,-1 1 0,-2 0 0,-2 0 0,-3 0 0,-4-1 0,-3 0 0,-2 0 0,1 1 0,0 0 0,1 1 0,1-1 0,1-1 0,2 0 0,1 0 0,-1 1 0,0 0 0,-3 0 0,0 0 0,-2-1 0,0 0 0,1 0 0,9 0 0,-3 0 0,6 0 0,0 0 0,-1 0 0,1 0 0,-1 0 0,-1 0 0,-2 0 0,-2 0 0,0 0 0,-1 0 0,0 0 0,0 0 0,2 0 0,0 0 0,2 0 0,2 0 0,0 0 0,-2 0 0,-2 0 0,-2 0 0,-2 0 0,-3 0 0,-1 0 0,1 0 0,-2 0 0,3 0 0,-1 0 0,1 0 0,1 0 0,1 0 0,1-1 0,0 0 0,0 0 0,-1 0 0,-3 1 0,-2-1 0,2-1 0,1 0 0,4 0 0,3 0 0,1-2 0,0 2 0,-1-1 0,-2 0 0,-3 2 0,-3-1 0,-22 2 0,3 1 0,-24 2 0,9 2 0,-1-2 0,3 0 0,8-2 0,1 0 0,5 0 0,-1 1 0,1-1 0,-1-1 0,-1 0 0,-1 0 0,-4 0 0,-1 0 0,1 0 0,5 0 0,3 0 0,3 0 0,-1 0 0,1 0 0,-2 0 0,-4 0 0,2 0 0,-3 0 0,5 0 0,-1 0 0,0 0 0,-5 0 0,0 0 0,0 0 0,3 0 0,2 0 0,0 0 0,0 0 0,1-1 0,1 0 0,0-2 0,1 1 0,-2 0 0,-1-1 0,-2 0 0,-1 0 0,1 1 0,1 0 0,0 0 0,3 1 0,-2 0 0,-2 0 0,1 1 0,-2 0 0,0-2 0,1 1 0,-1-1 0,-1-1 0,1 1 0,2 0 0,2-1 0,4 1 0,23 1 0,-7 0 0,20 1 0,-10 0 0,5 0 0,-1 0 0,-2 0 0,-2 0 0,-2 0 0,-3 0 0,-3 0 0,-3 0 0,-2 0 0,-1 0 0,2 0 0,-1 0 0,2 0 0,0 0 0,1 0 0,0 0 0,5 0 0,4 0 0,1 0 0,0 0 0,-4 0 0,-3 0 0,-3 0 0,-2 0 0,-3 0 0,0 0 0,1 0 0,-1 0 0,1 0 0,0 0 0,-1 0 0,0 0 0,2 0 0,0 0 0,3 0 0,1 0 0,1 0 0,2 0 0,2 0 0,-4 0 0,-3 0 0,-3 0 0,-2 0 0,2 0 0,-1 0 0,1 0 0,1 0 0,-1 0 0,2 0 0,-2 0 0,0 0 0,-2 0 0,2 0 0,-1 0 0,0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4.26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 47 24575,'0'-13'0,"0"1"0,0 8 0,0 0 0,-1-2 0,-4 3 0,1-1 0,-3 10 0,4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7.9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1802 25 24575,'-27'0'0,"5"0"0,9 0 0,2 0 0,0 0 0,-1 0 0,0 0 0,0 0 0,-1 0 0,-4 0 0,-2 0 0,-1 0 0,-1 0 0,1 0 0,1 0 0,-1 0 0,4 0 0,3 0 0,3 0 0,1 0 0,1 0 0,1 0 0,-1 0 0,0 0 0,-3 0 0,-2 0 0,-3 0 0,-2 0 0,-2 0 0,-1 0 0,0 0 0,3 0 0,3 0 0,3 0 0,3 0 0,0 0 0,0 0 0,0 0 0,-1 0 0,-1 0 0,-2 0 0,-2 0 0,0 0 0,-2 0 0,-1 0 0,0 0 0,2 0 0,2 0 0,2 0 0,2 0 0,-1 0 0,-1 0 0,-3 0 0,-3 0 0,-1 0 0,0 0 0,-1 0 0,1 0 0,-3 0 0,2 0 0,3 0 0,3 0 0,3 0 0,-1 1 0,1 0 0,0-1 0,0 1 0,0-1 0,0 0 0,0 0 0,1 0 0,0 0 0,0 0 0,1 0 0,0 0 0,2 0 0,1 0 0,1 0 0,-1 0 0,1 0 0,-1 0 0,-1 0 0,-2 0 0,-3 0 0,-2 0 0,-1 1 0,-1 0 0,0 0 0,3 0 0,1 1 0,4-1 0,0 0 0,0 0 0,0 0 0,0 0 0,0 0 0,1-1 0,0 0 0,-1 0 0,-1 0 0,-1 0 0,-1 0 0,1-1 0,-1 0 0,3-1 0,1 1 0,2 0 0,0 0 0,0 0 0,-1 1 0,1 0 0,-1 0 0,0 0 0,-1 0 0,0 0 0,0 0 0,0 0 0,2 0 0,0 0 0,-1-1 0,1 0 0,-1 1 0,0-1 0,0 1 0,-3 0 0,0 0 0,-1-1 0,-1 0 0,-1 0 0,0 1 0,1 0 0,3 0 0,2 0 0,1 0 0,0 0 0,-1 0 0,1-1 0,-3 0 0,1 0 0,-3 0 0,-2-1 0,-3-1 0,-4 0 0,-4 1 0,2 0 0,0 1 0,4 0 0,1 0 0,0 0 0,2 0 0,0-1 0,3 2 0,2-2 0,4 2 0,1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1.63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23 24575,'31'0'0,"-6"0"0,-9 0 0,-3 0 0,-2 0 0,-1 0 0,-3 0 0,1 0 0,-3 0 0,2 0 0,0 0 0,1 0 0,2 0 0,2 0 0,4 0 0,6 0 0,7 0 0,-1 0 0,-1 0 0,-6 0 0,-2 0 0,-2 0 0,-1 0 0,-1 0 0,-2 0 0,1 0 0,-2 0 0,0 0 0,-2 0 0,-1 0 0,0 0 0,2 0 0,-3 1 0,1 0 0,-2 0 0,0-1 0,1 0 0,1 0 0,0 0 0,3 0 0,1 0 0,4 0 0,2 0 0,-1 0 0,-3 0 0,-2 0 0,-3 0 0,-4 1 0,0 0 0,-2 0 0,1 1 0,1 0 0,0-1 0,1 1 0,1 0 0,0 0 0,2-1 0,1-1 0,0 0 0,0 0 0,-2 0 0,-3 0 0,-1 0 0,0 0 0,0 0 0,0 0 0,2 0 0,-3 0 0,2 0 0,-1 0 0,0 0 0,0 0 0,0 0 0,2 0 0,-2 0 0,0 0 0,2 0 0,-2 0 0,2 0 0,-1 0 0,0 0 0,1 0 0,0 0 0,-2 0 0,0 0 0,0 0 0,0 0 0,1 0 0,-1 0 0,2-1 0,-3-1 0,2 1 0,-1-1 0,-1 0 0,1 0 0,1 0 0,0 1 0,0-2 0,-1 1 0,0 0 0,0 0 0,0 1 0,1-1 0,-1 1 0,0 0 0,1 0 0,0 0 0,2 1 0,-1-1 0,1 1 0,-1 0 0,0 0 0,0 0 0,-1 0 0,-1 0 0,1 0 0,-2 0 0,2 0 0,0 0 0,-1 0 0,2 0 0,0 0 0,0-1 0,0 0 0,0 1 0,0 0 0,-1 0 0,-1 0 0,2 0 0,-3-1 0,2 0 0,2 1 0,-1-1 0,5 1 0,-1-1 0,1 1 0,-1-1 0,1 0 0,-1 0 0,-2 0 0,-1 1 0,-2 0 0,-1 0 0,1 0 0,-1 0 0,2 0 0,-1 0 0,1 0 0,2 0 0,0 0 0,0 0 0,0 0 0,-1 0 0,-2 0 0,-1 0 0,1 0 0,-1 0 0,2 0 0,-1 0 0,2 0 0,1 0 0,2 0 0,-1 0 0,-1 0 0,3 1 0,-6 0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0.7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19 24575,'19'-1'0,"-3"0"0,-7 0 0,-1 1 0,0 0 0,0 0 0,3 0 0,0-1 0,2 0 0,-1-1 0,-1 0 0,-1 1 0,-2 0 0,-2 0 0,0 0 0,0 1 0,1 0 0,-1 0 0,1 0 0,2 0 0,0-1 0,1 0 0,-2 0 0,0 0 0,-1 0 0,-1 1 0,-2 0 0,2 0 0,-2 0 0,2 0 0,1 0 0,-3 0 0,-18 3 0,6-1 0,-14 4 0,13-3 0,1 0 0,0-1 0,0-2 0,2 0 0,2 0 0,-2 0 0,2 0 0,-2 0 0,0 0 0,2 0 0,-4 0 0,-1 0 0,-3 0 0,0 0 0,4 0 0,1 0 0,3 0 0,-1 0 0,-1 0 0,0 1 0,1-1 0,19 4 0,-4-3 0,12 2 0,-13-3 0,-4 0 0,-1 0 0,3 0 0,0 0 0,3 0 0,-1 0 0,-2 0 0,-1 0 0,-1 0 0,-1 0 0,3 0 0,-2 0 0,2 0 0,-1 0 0,1 0 0,1 0 0,0 0 0,1 0 0,-1 0 0,-1 0 0,-2 0 0,-1 0 0,3 0 0,-2 0 0,4 0 0,-3 0 0,1 0 0,4 0 0,3-1 0,1-1 0,2-1 0,-1 0 0,-1 0 0,-3 0 0,-3 2 0,-3 0 0,-3 1 0,3-2 0,1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3.398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 1 24575,'20'0'0,"4"0"0,-6 0 0,-2 0 0,-5 0 0,-6 0 0,0 0 0,1 0 0,0 0 0,2 0 0,-2 0 0,1 0 0,2 0 0,0 0 0,0 0 0,-2 0 0,-2 0 0,-1 0 0,1 0 0,1 0 0,1 0 0,0 0 0,-1 0 0,0 0 0,-2 0 0,3 0 0,-1 1 0,4 0 0,2 2 0,2 0 0,2 2 0,-1 0 0,-1-1 0,-4-1 0,-3-1 0,-2-1 0,0 0 0,1 0 0,-1 0 0,3 0 0,1-1 0,3 0 0,2 0 0,2 0 0,-2-1 0,-1 0 0,-3 1 0,-3-1 0,-3 1 0,-19 0 0,7 1 0,-16 0 0,13 1 0,1 0 0,-2 0 0,5-2 0,-1 1 0,4-1 0,-1 0 0,0 0 0,-5 0 0,0 0 0,-2 0 0,0 0 0,1 0 0,0 0 0,1 0 0,0 0 0,2 0 0,0 0 0,0 0 0,-1 0 0,-1 0 0,0 0 0,-2 0 0,1 0 0,-1 0 0,2 0 0,1 0 0,3 0 0,1 0 0,-1 0 0,0 0 0,0 0 0,-2 0 0,-1 0 0,-2 0 0,-2 0 0,0 0 0,0 0 0,0 0 0,3 0 0,1 0 0,2 0 0,1 0 0,0 0 0,2 0 0,-1 0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2.1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2469 18 24575,'-27'0'0,"-3"0"0,0 0 0,-8 0 0,-5 0 0,-1-1 0,7 0 0,6-1 0,7 0 0,4 0 0,0 0 0,3 0 0,1 1 0,0 0 0,-2 0 0,-3 1 0,-1 0 0,0-1 0,2 1 0,0-1 0,0 0 0,3 1 0,2 0 0,2 0 0,2 0 0,-2 0 0,2 0 0,-2 0 0,-1 0 0,-3 0 0,-3 1 0,-2 0 0,0 1 0,1 1 0,2-1 0,4 0 0,1-1 0,3-1 0,1 1 0,-2 0 0,0 0 0,0 0 0,-2 0 0,-6 1 0,-3 1 0,-4 0 0,-1-1 0,2 0 0,0 1 0,-1-1 0,4 0 0,2 1 0,3-1 0,3 0 0,-2 1 0,2 1 0,-2-2 0,-1 1 0,-4 0 0,-5-1 0,-2 1 0,-2-1 0,1-1 0,0 0 0,0 0 0,6 0 0,4-1 0,5 0 0,4 0 0,0 1 0,0-1 0,0 1 0,0 0 0,-3-1 0,-3 0 0,-6 0 0,-3 0 0,-4 0 0,-2 0 0,3 0 0,4 0 0,5 0 0,2 0 0,0 0 0,0 0 0,0 0 0,0 0 0,0 0 0,-2 0 0,-6 0 0,-6-1 0,-6 0 0,-4-2 0,-1-1 0,1 0 0,6 0 0,5 2 0,7 0 0,2 1 0,0 0 0,2 0 0,-2 0 0,0 0 0,-5 0 0,-2 0 0,0-1 0,1 1 0,4-1 0,4 0 0,2-1 0,6 1 0,4 1 0,3 0 0,1 1 0,16-4 0,-5 1 0,13-2 0,-9 3 0,1-1 0,2 1 0,-1 1 0,0-1 0,-3 1 0,0 0 0,1 0 0,-1 0 0,-1 0 0,-1 1 0,-1-1 0,1 1 0,3 0 0,1 0 0,2 0 0,1 0 0,0 0 0,-1 0 0,-3 0 0,-2 0 0,-3 0 0,0 0 0,0 0 0,-1 0 0,0 1 0,1 0 0,0-1 0,-1 1 0,2-1 0,1 0 0,2 0 0,0 1 0,1 0 0,-1 0 0,0-1 0,-1 0 0,-1 0 0,0 0 0,0 0 0,1 0 0,1 0 0,-1 0 0,1 0 0,1 0 0,3 1 0,2 0 0,1-1 0,-1 1 0,-1-1 0,-2 0 0,-2 0 0,-1 0 0,-2 1 0,0 0 0,1 1 0,0-1 0,2 0 0,0 0 0,4 0 0,1 0 0,3 0 0,0 0 0,0-1 0,-1 0 0,-4 0 0,-1 0 0,-4 0 0,-1 0 0,0 0 0,-1 0 0,1 0 0,0 0 0,-2 0 0,2 0 0,1 0 0,0 0 0,2 0 0,-1 0 0,2 0 0,-1 0 0,-2 0 0,0 0 0,-2 0 0,1 0 0,-1 0 0,0 0 0,0 0 0,1 0 0,-1 0 0,1 1 0,2 0 0,2 0 0,2 0 0,0 0 0,-1 0 0,0-1 0,-4 0 0,-2 0 0,-1 0 0,-2 0 0,2 0 0,0 0 0,1 0 0,2 0 0,1 0 0,3 0 0,1 0 0,2 0 0,3 0 0,1 0 0,-2 0 0,-2 0 0,-4 0 0,-1 0 0,1 0 0,0 0 0,1-1 0,1 0 0,5 0 0,3-2 0,5 1 0,-1-1 0,-1 0 0,-1 0 0,-2 0 0,-4 1 0,-3 1 0,-3 0 0,-1 0 0,-1 1 0,1 0 0,1 0 0,0 0 0,2 0 0,2 0 0,0 0 0,-3 0 0,-3 0 0,-4 0 0,-2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4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2504 39 24575,'-27'0'0,"1"0"0,2 0 0,-2 0 0,-1 0 0,-7 0 0,-12-1 0,-16-2 0,-7-3 0,-7 1 0,3-1 0,8 3 0,11 2 0,14 1 0,13 0 0,4 0 0,1-1 0,3 0 0,0-1 0,3 1 0,-1-1 0,2 0 0,-4 0 0,-1 1 0,-4 0 0,-2 0 0,-3 1 0,-1 0 0,4 0 0,3 0 0,6 0 0,3 0 0,-2 0 0,2 0 0,-1 0 0,-1 0 0,-4 0 0,-3 0 0,-5 0 0,-2 0 0,0 0 0,-3 0 0,-1 2 0,4 0 0,4 0 0,6 1 0,3-1 0,0 1 0,1-2 0,-1 1 0,-3 0 0,-5-1 0,-6 0 0,-4-1 0,-1 0 0,3 0 0,1 0 0,6 0 0,4 1 0,4 0 0,2 0 0,1-1 0,1 1 0,0 0 0,1 0 0,-1-1 0,1 1 0,-5 0 0,-2 2 0,-4-1 0,-1 0 0,0 0 0,0 0 0,4-1 0,2 0 0,3 0 0,2-1 0,0 0 0,1 0 0,0 0 0,-3 0 0,-6 0 0,-4 0 0,-5 0 0,-2 0 0,0 0 0,-1 0 0,-1 0 0,5 0 0,5 0 0,7 0 0,3 1 0,-1 0 0,2 1 0,0-1 0,1 0 0,0 0 0,-1 1 0,0-1 0,3 0 0,3 0 0,3-1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6.6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2025 8 24575,'19'0'0,"-2"0"0,-9 0 0,-1 0 0,1 0 0,-1 0 0,-2 0 0,1 0 0,-1 0 0,1 0 0,-1 0 0,0 0 0,0 0 0,0 0 0,0 0 0,0 0 0,1 0 0,0 0 0,-1 0 0,0 0 0,0 0 0,1 0 0,0 0 0,0 0 0,-2 0 0,2-1 0,-1 1 0,1-1 0,-1 0 0,0 0 0,1 0 0,-1 1 0,1-1 0,-1 0 0,0 1 0,0 0 0,1 0 0,-1 0 0,0 1 0,-1 4 0,-2 1 0,0 5 0,-1-1 0,0 2 0,0-1 0,1-1 0,-1-3 0,0-1 0,-1-2 0,1 1 0,-1 1 0,1 0 0,0 0 0,-1-2 0,1 3 0,-1-1 0,1 1 0,-1-2 0,0-1 0,1 2 0,0-1 0,0 0 0,-1 1 0,0-1 0,0 0 0,0 2 0,0-2 0,0 0 0,-6-2 0,-1-2 0,-3-1 0,1-1 0,-1 0 0,-9 0 0,-7 0 0,-4 1 0,2 0 0,8-1 0,5 0 0,4 0 0,4 1 0,1 0 0,1-1 0,0 0 0,-2 1 0,1-1 0,-2 0 0,0 0 0,-2 0 0,0 0 0,-1 0 0,0 0 0,1 1 0,0 0 0,2 0 0,-1 0 0,-1 0 0,1 0 0,-1 0 0,-1 0 0,-4 0 0,-3 0 0,-2 0 0,-1 0 0,2 0 0,1 0 0,3 0 0,3 0 0,2 0 0,1 1 0,-1 0 0,0 0 0,-1-1 0,0 0 0,-1 0 0,0 0 0,-4 0 0,-3 1 0,-3 0 0,-1 0 0,0 0 0,1 0 0,2 0 0,5 1 0,5-1 0,2-1 0,2 1 0,-2 0 0,1-1 0,-1 1 0,-1-1 0,-3 1 0,-4 0 0,-3 0 0,-4 1 0,-2 1 0,-1-1 0,-1 0 0,5 1 0,2-2 0,5 1 0,1-1 0,-1 0 0,1 0 0,-2-1 0,-1 1 0,-6-1 0,-5 0 0,-5 0 0,-1 0 0,2 1 0,1 1 0,6 0 0,5 0 0,3 0 0,3 0 0,-1 0 0,1 0 0,0-1 0,-2 1 0,-4 1 0,-3-1 0,-3 0 0,2-1 0,1-1 0,2 1 0,4 0 0,2 0 0,4 0 0,0 0 0,1 1 0,0-1 0,-1 1 0,1-1 0,1-1 0,0 1 0,-1-1 0,-1 0 0,-2 0 0,0 0 0,0 0 0,1 0 0,3 0 0,1 0 0,3 0 0,1 0 0,-2 0 0,0-1 0,0 0 0,1-1 0,0 2 0,-1-2 0,0 2 0,0-1 0,0 1 0,0-1 0,1 0 0,-2 1 0,2-1 0,-3 1 0,1 0 0,-3 0 0,-2 0 0,-4 0 0,-2 0 0,-3 0 0,0 0 0,-2 0 0,4 0 0,2 0 0,4 0 0,2 0 0,0 0 0,0 0 0,-1 0 0,0 0 0,-4 0 0,-3 1 0,-4 0 0,-2 2 0,-1 0 0,-2 0 0,4 0 0,3-2 0,5 0 0,2-1 0,6 0 0,2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21:31:50.5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 78 6579,'0'-4'-740,"0"1"740,0 3 309,0-3-144,0 3 326,0-3-280,0 0 238,0 2-192,0-4 61,0 4-44,0-5-131,0 6 1,0-4 178,0 2-87,0 1 4,0-2-106,0 0-37,0 3 75,0-3 6,0 0-31,0 2 227,0-2-415,2 3 80,2 0 0,2 0-100,1 0 0,-1 3 75,1-1 0,-1 1-10,0-1 0,2-2 18,0 3 0,-1-1-12,2 1 1,-2-1-61,-1-2 1,3 2 5,-1 0 0,-1 0-54,-3-2-10,0 0-25,3 0 0,-4 0 67,0 0-37,-3 0 0,-5 0 54,-1 0 1,-2 0 19,2 0 0,-1 0-3,1 0 1,1 0 43,1 0 0,0 0 14,-3 0 1,1 0 82,0 0 0,-1-1-78,1-1 1,2 2 35,-1-3 1,1 3-28,-2 0 1,1-1 13,1-1 0,2 1 12,-2-1 1,1 1 7,-1 1 0,2 0 105,-2 0 10,2 0 34,0 0 1,6 0-228,3 0 0,3 0-6,-2 0 1,3 0-10,-2 0 1,2 0 14,0 0 1,1 0-10,1 0 0,0 0-36,-1 0 1,1 1-130,0 1 0,-1-1 102,-1 1 1,-1-1 54,-2-1 0,-1 0 33,2 0 0,-4 0-12,-1 0 13,-2 0-8,1 0 0,-6-2 11,-2-1 0,0 1-8,-2 2 0,0 0 4,-1 0 0,0 0-211,-3-3 1,3 3 115,-3-2 0,2 1-140,-1 1 1,0-1 110,-1-1 1,0 1 41,2-1 0,-2 1 50,3 1 0,-3 0 139,3 0 1,-1 0-80,3 0 1,-1 0-72,1 0 0,-1 0 216,1 0-33,0 0-8,-1 0 28,4 0 12,0 0-14,3 0 0,5 0-150,1 0 1,2 0 1,-2 0 1,3 0-24,-1 0 0,3 0-6,-2 0 1,2 0-22,0 0 1,-1 0 15,0 0 0,0 0-15,1 0 1,1 0 61,-1 0 1,-1 0 1,1 0 1,-4-2-37,2 0 0,-2 0 10,0 2-22,-1 0 15,-3 0-4,0 0 1,-3 0-42,-3 0 1,0 0-119,-3 0 1,-2 0 105,0 0 0,1 0-17,-2 0 1,0-2 104,0 0 0,0 0 7,1 2 0,0 0 140,0 0 0,1 0-118,0 0 0,1 0-164,-1 0 1,1 0 28,0 0 44,-1 0 0,1 0-52,-1 0-53,4 0 180,-3 0 32,5 0 331,-1 0-379,2-3 0,2 2 5,3-1 1,-2 1-13,2 1 0,-1 0-21,2 0 0,1 0 85,-1 0 0,0 0-1,1 0 1,1 0 8,1 0 0,2 0-53,-3 0 1,3 0-65,-3 0 1,4 1 74,-1 1 1,1-1-60,1 1 0,-1 1 34,1-1 0,-3 0-9,-1-2 1,0 0-7,0 0 0,-3 2-18,-2 0-179,-2 0 197,0-2-29,-7 0 0,1 0-21,-5 0 1,0-2-6,0 0 1,-2 0-30,3 2 0,-1 0-8,0 0 0,1 0 48,-2 0 1,0-2-7,-1 0 0,-1 0-66,4 2 1,-3 0 52,0 0 1,1-3-129,-1 1 1,0 0 76,-1 2 1,0 0 53,1 0 0,-1-1 51,4-1 0,-3 2 145,3-3 0,-1 3-135,3 0 1,1 0 302,1 0-252,3 0 56,-2 0-137,9 0 24,-2 0 0,5 0-11,-2 0 52,-1 0 0,0 0 8,1 0 0,-1 0-21,1 0 0,-1 0-23,0 0 1,2 0 4,0 3 0,-1-3-11,2 2 1,0-1-7,0-1 1,1 1-42,-1 1 1,2-1-140,-3 1 1,3-1 152,0-1 1,-2 0-16,0 0 1,-2 0 222,0 0-230,-1 0 206,-3 0-176,0 0 1,-3 0 15,-3 0 0,-1 0-43,-4 0 0,0 0 0,-3 0 0,3 0-7,-3 0 1,2 0-21,-1 0 1,1 0 42,-2 0 1,3-1-5,-3-1 0,3 1 29,0-1 1,0 1-14,-1 1 0,2 0 10,-1 0 20,1 0 0,0 0 47,1 0 183,2-3-226,-2 3 95,6-3-37,-3 3 0,8 0-42,1 0 1,2 0 31,-1 0-49,-1 0 0,0 0-5,1 0 1,-1 0-26,1 0 1,-1 0-6,0 3 0,1-3 44,-1 2 0,1-1 4,-1-1 1,1 0 2,2 0 1,-2 0-36,1 0 1,2 0-1,1 0 1,1 0 23,1 0 0,1 2 2,1 0 1,-1 1 148,3-3 1,-2 0-142,2 0 0,-2 0 54,2 0 0,-2 0-46,2 2 0,-3-1-71,-1 1 0,-1-1 17,-1-1 0,-2 0-16,0 0 1,-2 0 28,-1 0 0,-1 0-29,-1 0 71,-3 0-210,2 0-64,-8 0 1,0 0 29,-3 0 0,1 0 113,0 0 1,1 0 59,-1 0 0,-1 0 11,-1 0 0,-2-1-13,0-1 1,1 1 94,-1-1 1,1 2-30,-3 0 1,0 0 19,0 0 0,0 0 17,-2 0 0,1-1-5,-1-1 1,2 1 9,0-1 1,1 1-27,1 1 1,0 0 3,2 0 1,3 0 94,1 0 19,4 0 0,-1 0-109,4 0 0,2 0 3,5 0 1,0 0-61,2 0 0,1 0-10,-1 0 0,3 0-10,1 0 1,2 0 16,-2 0 1,2 0-22,-2 0 1,3 0 74,-1 0 0,1 2-43,2 0 0,-1 1 123,0-3 1,0 0-36,1 0 1,-1 0-21,0 0 0,0 0-69,-2 0 1,-4 0 4,-2 0 1,-3 0 83,0 0-22,2 0-278,-2 0 254,-2 0-441,-3 0 77,-3 0 1,-5 0 243,-2 0 1,2 0-20,0 0 1,0 0-76,-3 0 1,0 0 2,-3 0 0,3 0-81,-3 0 0,0 0 72,-1 0 1,-2 0 195,-1 0 0,2 0 33,-2 0 0,0 0 164,0 0 0,2 0-73,-2 0 1,1-3 194,1 1 0,3 0-22,-1 2 129,6 0-347,-1 0 1,8 0 49,2 0 1,2 0-234,7 0 1,-1 0 1,5 0 1,0 0-162,2 0 1,0 0 118,1 0 1,-1 0-97,0 0 1,3 0 185,2 0 1,-2 0-6,-1 0 1,0 0 240,0 0 0,0 2-92,2 0 1,-4 1 262,0-3 0,-3 0-157,1 0 0,-5 2-133,1 0 1,-4 0 94,-1-2-280,-4 0 31,-1 0-444,-3 0 0,-5 0 318,-1 0 1,-2 0-108,2 0 1,-1 0 199,1 0 0,-1 0 67,-2 0 1,1 0-7,-2 0 0,-1 0 5,-2 0 0,1 0 14,1 0 0,-1 0 178,1 0 1,1 0 4,0 0 1,0 0-46,-1 0 1,2 0 99,2 0-133,1 0 18,2 0-110,2 0 2,7 0 1,2 0-27,6 0 0,1 0-167,1 0 0,-1 0 122,3 0 0,-2 0 99,2 0 0,-3 0 80,1 0 1,1 0-75,-1 0 0,2 0 10,-2 0 1,0 0 27,-2 0 0,0 0 179,0 0 1,-1 0-140,-2 0 0,2 0 147,-4 0 0,1 2-285,-3 0 0,1 0 79,-1-2 1,-2 0-529,1 0 179,-4 0 90,2 3 0,-4-2 38,-1 1 1,1-1 72,-4-1 0,1 0 26,-2 0 0,-1 0 21,1 0 1,-1 0 19,1 0 0,0 0 42,-1 0 0,1 0 51,-1 0 1,1 0-16,0 0 1,-1 0 62,1 0-87,-1 0 1,1 0 31,-1 0-27,1 0-8,0 0 0,1 0-10,1 0 0,3-1 2,-1-1 38,1 1 0,2-2-60,1 3 1,-1 0-4,3 0 0,1 0-50,4 0 0,-2 0-6,2 0 0,-2 0 38,2 0 1,-1-2-8,2 0 0,-1 0-107,2 2 0,-1 0 62,0 0 1,3 0 195,-3 0 0,0 0-87,1 0 1,0 0 145,1 0 0,0 0-114,-1 0 0,1 0-21,-1 0 1,-2 0-22,0 0 1,-2 0 37,-1 0-75,1 0-29,-4 0-112,0 0 0,-4 0 115,-1 0 1,1 0 53,-3 0 0,-1 0 0,-1 0 0,0 0 22,-1 0 1,1 0-100,-1 0 1,1 0-109,-1 0 0,-1 0 94,-1 0 0,1 0-15,1 0 1,0 0 78,-1 0 0,1 0 34,-2 0 0,2-1 133,0-1 0,1 1-114,0-1 1,-1 2 366,1 0-193,-1 0 211,1-3-328,2 2-8,2-2-120,7 3 1,0 0 11,6 0 1,0 0-165,1 0 1,0 0 88,1 0 1,-2 0-121,4 0 0,-1 0 230,-2 0 0,1 0-13,0 0 0,0 0 155,0 0 1,-3 0-58,1 0 0,-3 0 68,1 0 1,-2 0-56,-1 0 0,-2 0-24,1 0 1,-3 0-56,2 0 0,-2 0 22,2 0 16,-2 0-829,1 0 562,-6 3 1,-1-2 26,-2 1 121,2-1 0,-1-1 1,0 0-14,-3 0 0,1 0 19,-2 0 0,2 0-7,1 0 0,-2 0 120,0 0 0,1 0 27,-2 0 0,2 0-63,1 0 0,-1 0 222,1 0-97,-1 0-85,1 0-53,2 0-16,2 0 1,2 0-4,2 0 0,3 0 28,3 0 1,0 0-34,3 0 1,-3 0 7,3 0 0,0 0 0,2 0 0,-3 0-7,1 0 1,-1 0 1,1 0 1,1 0 68,-2 0 0,3 0 124,-1 0 1,1 0-170,-3 0 0,2 0 8,-4 0 0,3 0 194,-3 0-179,1 2 0,-3-1 41,1 1-183,-4-1-142,0-1 0,-4 2 85,-1 0 1,-1 0-148,-4-2 1,1 0 139,0 0 1,-1 0 42,1 0 0,-3 0 94,1 0 1,-1 0-123,3 0 1,-3 0 250,1 0 1,-1 0 32,3 0 1,-3 0 34,0-2 1,1 1-87,1-1 1,3 1 53,0 1-148,0 0 1,0-1-27,2-1-36,1 1 0,2-1 60,1 2 1,2 0-16,2 0 1,3 0-9,2 0 0,-1 0-10,1 0 1,-1 0 36,3 0 1,-1 0 4,-1 0 0,1 0 65,-1 0 1,0 0-72,0 0 1,0 0 213,-2 0 1,2 0 11,-3 0 1,1 0-98,-3 0 0,1 0-86,-1 0 0,-2 0 22,0 0 1,-1 0 14,1 0-163,-3 0-360,2 0 0,-8 0 328,-1 0 0,0 0 53,2 0 1,0 0 4,-3 0 1,-1 0-7,-1 0 1,0 0 48,0 0 0,2 0 118,-2 0 1,2 0-80,1 0 0,-3 0 112,1 0 1,1 0 64,3 0-151,0-3 32,-3 2-30,4-2-27,0 3 0,7-2 39,2 0 1,0 0-1,3 2 1,1 0 91,1 0 0,1 0-71,1 0 1,-3 0-114,1 0 0,0 0 99,4 0 0,-1 0-5,1 0 0,-2 0-29,0 3 0,0-3-9,0 2 1,-1-1 19,-1-1 0,1 0-7,-1 0 1,-2 0 85,2 0 0,-1 2-78,1 0 0,-2 1 45,-2-3 1,0 0-98,1 0 1,-3 2-36,2 0-76,-5 0-350,1-2 243,-3 0 15,-6 0 1,2 0 130,-5 0 0,1 0 15,0 0 0,1 0-5,-2 0 0,0 0 49,0 0 1,-2 0 19,3 0 1,-1-1 18,3-1 0,-1 1 20,-2-1 1,2 2-45,-1 0 0,3-3 0,0 1-7,1 0 6,-2 2 1,2-1-28,2-1 0,2 2 30,2-3 0,0 3 106,2 0 0,1 0-81,3 0 1,-1 0 10,2 0 0,1 0-25,1 0 1,-1 0 6,0 0 1,1 0 31,2 0 0,-2 0-30,-1 0 1,1 0 134,2 0 1,0 0-87,-1 0 1,-2 2-38,-1 0 1,-2 0 6,-1-2 1,1 0 42,-1 0-103,-2 0-229,-1 0 127,-3 3 1,-1-2 19,-1 1-28,-2-1 0,-2-1 32,-1 0 1,1 0-14,0 0 0,-1 0 77,1 0 0,-1 0-3,1 0 0,0 0 23,-1 0 0,3 0 205,0 0 139,-1 0-271,-1 0 0,2 0 251,-1 0-270,4 0 69,-2 0-87,9 0 1,-2 0 23,5 0 1,-2-3-6,-1 1 0,1 0 87,-1 2 0,0 0-98,1 0 0,-1 0 147,1 0 1,-3 0 163,0 0-59,0 0-71,3 0-6,-1 0-101,1 0 1,-3 0 0,0 0 1,-2 0-99,3 0 178,-4 0-326,5 0 0,-5 0-170,4 0-33,-4 0 429,5 0 2,-3 0-3,4 0 300,-1 3-306,0-2 0,-1 2-24,-1-3 1,-2 0-8,2 0 1,-1 0-20,1 0 1,-3 0-9,1 2 1,2-1-31,0 2-42,-1-3-1,3 0 59,-5 0 43,1 0-7,-2 3 0,1-2 47,1 1-22,-1-2 34,2 0-84,0 0 10,-3 0 1,4 0-36,-2 0 3,-1 3-2,2-2 0,-3 2-1,2-3 7,-1 0 0,3 0 18,-2 0-1,-1 0 121,1 0-116,1 0-23,-2 0 23,2 0 7,0 0 125,-3 3 14,3-3-146,0 3-18,-2-3 1,2 0-96,0 0 137,-3 0-448,3 0 251,0 0 105,-2 0-3709,1 0 3937,-7 0 1,1 0 65,-2-3 1,-1 3 305,3-2-256,1 1 34,-2-2-271,1 2 0,-2-2-30,2 1-6,-2 1 1,5-2-98,-3 3 0,2-1-58,0-1 1,1 1 98,-1-1-27,1 2 47,-2 0 6,0 0 65,2 0 702,-1 0-837,7 0 8,-3 0 34,6 0 190,-7 0 1,2 0 50,0 0-177,-3 0 0,4 0 157,-2 0-93,-1 0 11,2 0-37,-1 0-2,-1 0-64,2 0-201,0 0-130,-2 0-233,1 0 773,1 0-201,-2 0 113,2 0-69,-3 2-69,0-1-2,0 5 1,0-5 24,0 4 1,0-3-7,0 2 0,0-2 29,0 2 1,1-2 30,1 0 37,-2 2 68,3-1 1,-3 1-128,0 1 71,0-4-51,0 5 0,0-5 65,0 3-10,3-2-52,-2 4 1,2-5 57,-3 3-101,0-2 1,0 1 39,0-1 3,3-1 1,-3 3-57,2-2-40,-1-1 188,-1 1 234,0 1-382,0-2 0,0 2-14,0 0-14,0-3 8,0 3 42,0 0-17,0-2-5,0 2-1,0-1 54,0-1-37,0 2 110,0 0-92,0-2 10,0 1-47,0 1-1,-3-2-76,3 5 30,-3-6 1,2 5-57,-1-2 95,1-1-19,-2 1 36,3-3 15,0 6 26,0-5 22,0 4-120,0-4 8,0 5-227,0-5 265,-3 4-7,3-4 0,-3 3-14,3-2-13,0-2 74,0 3 24,0 0 5,0-2 231,0 4-239,0-4 1,-2 3-51,0-2 5,-1-1-54,3 1-11,0 1 44,0-2 1,0 3-40,0-2-5,0-2 3,0 3 57,0 0 2,0-2 0,0 2 16,-2 0 41,1-3 15,-2 3-61,3 0 3,0-2-14,0 2-8,0-1-33,0-1-10,0 2-13,0 0-100,0-3-62,0 3 132,0 0 63,0-2 1,0 2-25,0 0 74,0-3-12,0 3-9,0 0 17,0-2-67,0 2-3,0-1-70,0-1 1,1 2 78,1-3-119,-1 0 111,1 3-164,-2-2 194,0 1 1,3-1 6,-1 1 6,0-1 229,-2 2 33,0 0-199,0-3-31,3 3 7,-3-3-76,3 3-339,-3-2 281,0 2-240,0 0 270,0-3-277,0 3 264,3-3 1,-2 1-75,1 1 203,-1-1 289,-1 1-227,0 1-96,0-2-86,0 2 32,-3-3 186,2 0 142,-2 0 0,3-3-291,0-1 0,0 0 23,0 0 1,0 0-1,0-3 0,0 3 0,0 0 16,0-1 0,0 1 10,0 0 1,0 0 271,0-3-193,3 1-90,-2-1 1,2 1 21,-3 0-27,0-1 0,0 1-85,0-1 0,0 3 68,0 0 1,0 2 0,0-3-84,0 0 137,0 2-17,0-2-45,0 4 277,0-5-258,0 6-1030,0-3 974,0 8 0,0-2-109,0 3 182,0-1 0,0 1 9,0 1 1,0-1-92,0 1 68,0-1 1,0-2-15,0 1-10,0-1 1,0 2-26,0 1 1,0-3-66,0 0-51,0 1-22,0 1 15,0 0 119,0 1 0,0-3-72,0 0-13,0-2 83,0 4-70,0-6 96,0 6-69,0-5 74,0 1-54,0 1 88,0-2 383,0 2-520,0 0 131,0-3-341,0 3 309,0 0-43,0-2-163,0 2 180,3-3-59,-3 0 326,3 0-132,-9 0-33,2 0 1,-5 0-154,2 0 1,3 0 0,0 0-97,-1 0 0,-1 0 99,0 0 0,-3 0-273,1 0 295,-4 0 0,4-2 39,-2-1 1,-1 1 18,-2-1 0,0 3 106,1-2 1,-1 0 137,0 0 0,0 1-64,0-1 0,1 1-57,1 1 0,2-2 81,3 0-344,-4 0 224,3 2-266,1 0 65,3 0-27,3 0 0,5 0 113,2 0 0,0 0-205,0 0 1,0 0 113,1 0 0,0 0-53,3 0 1,-2 0 57,1 0 1,-1 0 16,1 0 1,0 0-9,1 0 1,1 0 16,-4 0 0,1 0 31,0 0 1,-2 0 111,2 0 1,-2 0-42,-1 0 0,1 0-128,-1 0-126,-2 0 158,-2 0 73,-2 0 50,-2 3 0,0-2-110,-2 1-83,2-2 119,-3 0 1,1 0 3,-2 0 0,1 0 19,1 0 0,0 0 18,-3 0 0,0 0-34,-1 0 0,1 0 141,-2 0 0,-1 0 24,-1 0 0,1 0-133,0 0 1,-1-2 149,-2 0 1,0 0-120,1 2 0,-1 0-24,0 0 0,0 0 41,0 0 1,0 0-131,1 0 0,-1-1 63,0-1 1,2 2-12,1-3 1,0 3 168,-1 0 1,0 0-129,2 0 0,0 0 42,3 0-8,0 0-223,-1 0 229,4 0-69,0 0-151,3 0 1,5 0-43,1 0 1,2 0 98,-2 0 0,1 0-1,-1 0 1,1 0 38,-1 0 1,3 0 172,-1 0 0,1 0-117,-3 0 1,1 0 96,-1 0 1,0 0-71,1 0 0,-3 0 211,0 0-197,1 0 1,-1 0 86,0 0-291,-2 0-207,0 0 0,-4 2 311,-3 0 0,2 0-19,-2-2 1,1 0 32,-2 0 1,-1 0-47,1 0 0,-3 0 35,1 0 0,-3 0 199,3 0 0,-3 0-86,2 0 1,-1 0-1,0 0 230,0 0 1,3 0 66,-2 0-203,2 0 1,1 0-105,-1 0 0,3 0 139,0 0-245,2 0 17,-1 0-279,9 0 241,1 0 1,4 0-1,-1 0-113,2 0 1,0 0 103,1 0 1,2 0 20,0 0-69,3-3 1,-5 3 77,2-3 0,1 3-32,-1 0 0,0 0 32,-2 0 0,-1 0 146,-2 0 0,2 0-198,-4 0 491,1 0 21,-3 0 8,-2 0-261,-1 0-53,-3 0-431,-6 0 6,5 0 243,-5 3 257,6-3-199,0 3 0,-2-2 247,0 1-226,-1-1 424,3 1-360,-2-2-22,1 0 24,-5 0 0,5 0 98,-4 0 1,1 0-118,-2 0 0,-1 0-16,1 0 1,0 0-1,-1 0 56,1 0-40,-4 0 1,3 0-20,-1 0 1,-2 0-1,0 0 37,0 0-23,-2 0 0,5 0-87,-2 0 1,0 0 0,0 0-121,1 0 182,1 0 0,1 0-230,-1 0 0,1 0 124,0 0 0,-1 0-445,1 0 213,-1 0 148,1 0-49,0 0 473,2 0-251,1 0 0,3 0 239,0-2-201,3 1 0,1-2-45,2 3-13,0 0 1,3 0 0,0 0-14,1 0 0,-1 0-105,1 0 1,1 0 71,2 0 1,0 0-126,0 0 1,0 0 45,2 0 1,-4 0 70,2 0 0,-1 0 128,1 0 1,-1 0-22,1 0 1,-3 0-10,-1 0-20,-2 0 1,-1 0 388,1 0-175,-1 0-24,-2 3-165,-2-2 10,-4 1 1,0-2-1,-2 0 70,-1 0-79,-1 3 1,0-2-8,-1 1 1,1-1 1,0-1-31,-1 0 1,1 0-1,-1 0 37,1 0-34,0 0 0,-2 0 1,1 0 36,-2 0 1,-2 0 60,3 0 0,-3 0 8,3 0 0,-6 0-56,1 0 1,-1 0 11,1 0 0,0 0-19,-2 0 0,0 0 1,-2 0 0,3 0-21,-1 0 0,-1 0-104,1 0 1,0 0 63,3 0 1,1 0 109,0 0 0,3 0 368,0 0-267,1 0 49,0 0-186,4 0-21,0 0 0,4 0-198,1 0 209,1 0 1,4-1-309,-1-1 223,0 1 0,2-2 44,0 3 1,-2 0-61,2-2 159,-2 1 0,3-2 1,-2 3-29,-1 0 0,1 0 108,-1 0 0,1 0-56,2 0 0,-2 0-10,1 0-93,0 0 0,-2 0 66,0 0 0,-1 0-152,-1 0 0,-2 0 69,2 0-214,-2 0 174,1 0 1,-8 1 41,-2 1 0,-1-1 0,2 1 1,0-2 2,-1 0 1,-2 0 4,-2 0 0,1 0 2,-1 0 1,3 0 7,-3 0 1,1 0 28,-3 0 0,1 0 86,1 0 1,-1 0-55,1 0 1,1 0 15,-1 0 0,1 0-60,0 0 1,0 0-29,4 0 0,-2 0 10,-1 0 1,0 0-37,3 0 0,0 0-154,-1 0 1,1 0 161,-1 0 1,1 0-39,0 0 26,-1 0 1,3 0 64,0 0 192,2 0-194,-1 0 1,8 0-36,2 0 1,1 0 27,-2-2-121,0 1 1,3-2 0,-1 3 115,0 0 0,2 0 3,-2 0 1,1 0-18,-3 0 0,0 0 17,1 0 34,-1 0-42,1 0-2,-4 0 111,3 0-65,-5 0 1,1 0-28,-4 0-7,-2 0-68,-2 0 0,1 0 0,1 0 5,-1 0 1,-1 0 27,0 0 0,0 0 6,-1 0 0,1 0-9,-1 0 17,-2 0 0,2 0 0,-2 0 4,0 0 0,1 0 155,-3 0 1,0 0-92,-2 0 0,1 0-7,-1 0-39,0 0 1,-1 0 0,0 0-80,-1 0 1,2 0 45,3 0 1,-1 0-95,-2 0 0,1 0 110,1 0-43,-1 0 0,5 0 1,-1 0 32,0 0 1,2 0 4,0 0 0,1 0 251,1 0-251,3 0 5,-2 0-121,8 0 1,0 0 62,3 0 0,-1 0-86,0 0 110,-1-3 1,1 3 0,-1-3-23,1 3 0,-3 0 39,0 0 0,0 0 25,3 0 1,-1 0 51,1 0-63,-4 0 0,3 0 90,-2 0-120,-1 0 1,1 0-34,-2 0 68,-2 0-57,3 0 11,-8 0 1,0 0-1,-3 0 9,1 0 22,0 0 1,-1 2-13,-1 0 1,0 0 150,0-2 0,1 1-83,-2 1 0,-1-1 72,-2 1 0,0 1 58,1-1 0,-2 0-82,-1-2 1,1 1-1,-3 1 1,2-2-21,0 3 1,1-3 25,-1 0 1,2 0-19,-2 0 1,2 0-138,2 0 0,0 0 0,2 0 50,1 0 0,1 0-100,1 0 0,2 0-38,-1 0 145,1 0-52,0 0-43,2 0 3,-1 0-29,2 0-217,-2 0 223,0 0 49,3 0 1,-4 1-25,2 1 0,1-1 65,-4 1 18,4-1 0,-5-1-2,2 0 0,0 0 38,0 0-38,0 0 0,-3 0 3,1 0 0,-1 0 178,1 0-175,0 0 1,-1 2-21,1 0-17,-1 0-13,1-2 8,0 0 1,1 0-47,1 0 1,2 0-41,-2 0-30,2 0-160,-3 3 122,1-2-79,0 2 191,-1-3 127,1 0 1,0 0-55,0 0 1,1 0 164,-1 0 1,2 0-122,-2 0 1,2 0 318,-3 0-275,1 0 4,-2 0-78,-1 0 0,3 0-22,0 0-201,-1 0 122,-1 0-45,0 0 109,-1 0-14,1 0 63,-1 0 0,3 0-41,0 0 0,2 0 39,-3 0-17,4 0 0,-3 0 16,2 0 0,1 0-24,-3 0 1,1 0-8,-1 0 13,3 0-22,-5 0 1,5 0 20,-4 0-5,1 0 0,0 0 4,-1 0 3,1 0 1,-2-1-1,2-1 1,-2 1 28,2-1 1,1 1 0,-2 1 177,0 0-182,3 0-22,-4 0 0,2 0 0,-2 0 1,2 0 0,-1 0 0,3-1 1,-2 0-62,-1-1 1,1 0 65,0 2 1,2 0-83,-2 0 51,-1 0-11,-1 0 78,0 0 0,-1 0 62,1 0 27,2 0 39,-2 0-228,3 0 22,-1 0 0,1 0-45,1 0-22,1 0-30,-2 0-16,0 0 55,2 0 1,-2 0-98,1 0 174,1 0 0,-2 0 16,0 0 36,3 0 17,-6 0-42,2 0 0,0 0 25,0 0-54,2 0 7,-3 0 1,3 0-127,-2 0 132,3 0 0,-5 0 1,4 0-27,-2 0 13,3 0 0,-3 0-88,2 0-4,1 0 44,-1 0 2,-1 0-19,2 0 15,-2 0 117,3-3-50,0 2-11,0-2 8,0 0 1,1 3-3,1-2 137,2 1 0,0 1-112,0 0 1,0 0 4,3 0 1,-3 0 19,0 0-16,1 0 1,1 0-47,0 0 0,-1 0-90,-1 0 1,-2 0-50,2 0 0,-1 0 10,1 0 65,-3 0 0,3 1 55,-2 1 6,-1-2 0,2 3 72,-1-3 332,-1 0-294,5 0 329,-3 0-234,4 3 0,-1-2-116,1 1 1,-1-1-148,0-1 1,1 0 51,-1 0 1,1 0-42,-1 0 0,0 0 66,1 0 0,-1 0-110,1 0 0,-1 0 65,1 0-33,-1 0 63,0 0 1,-1 0-6,-1 0 158,-3 0-747,2 0 42,-9 0 347,5 0 1,-5 0-1350,3 0 369,3 0 1200,-3 0 0,3-3 0,0-1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21:31:59.3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944 321 6375,'-7'0'365,"4"0"0,-3 0 471,2 0-950,1 0 1,-3 0 128,2 0 0,-1-1-115,1-1 0,-2 1 117,2-1 1,0 1 64,0 1 0,-1 0-7,-1 0 0,0 0-16,-1 0 0,1 0-7,-1 0 1,1-2-29,0 0 1,-1 0 4,1 2 0,-1 0-76,1 0 1,-1 0-39,1 0 0,-3-2-72,1 0 1,-1-1 44,3 3 0,0 0 99,-1 0 0,1 0 79,2-2 259,-2 1-211,3-2 133,-1 3-161,1 0-25,9 0 1,-2 0-126,5 0 0,1 0 98,1 0 1,-1 0-24,0 0 1,1 0 115,2 0 0,2 0 172,0 0 1,2 1-139,-2 1 0,3-1 92,-1 4 0,1-4-121,2 1 0,-1 2 9,0 0 1,0-1-212,-2-1 1,0 1-10,-2-1 1,0 0-116,-5-2 1,0 0 48,-4 0-185,-2 0 335,-2 0 491,-2 0-223,-2-3-209,1 3 0,-3-3-183,2 3 116,2 0-649,-3 0 500,0 0-136,-1 0 172,-2 0 0,-1 0 0,1 0-8,0 0 0,-2 0 16,0 0 1,0 0 65,-3 0 1,0 0 81,-4 0 1,1 0-39,0 0 1,-3 0 132,0 0 0,-2 0-99,0 0 1,0 0 79,0 0 0,2 0 15,0 0 0,2-2-24,0-1 0,3 1 244,1 2-186,2 0 0,5 0 179,2-3 1,2 3-211,2-2 1,4 1-25,5 1 0,2-1-147,2-1 0,-1 1-241,3-1 1,0 1 28,3 1 1,-1 0 127,0 0 0,0 0 121,1 0 1,-1 0 29,0 0 1,1 0-21,1 0 0,1 1 41,2 1 0,-2-1 192,-3 1 0,1 0-58,-1 0 1,-2-2 96,0 3 1,-3-3-130,1 0 1,-3 0-17,-2 0 0,0 0-71,1 0 0,-1-2 52,-1 0 0,-2 0-15,1 2 1,-1-2-56,0 0 0,-1-1-73,1 1 1,-1 1-3,0-1-299,1-2 212,-1 4 0,1-5 38,-1 2 116,-2 1 0,1 2-56,0-3 0,-2 3 7,1-2 7,1 1 0,1 1 12,1 0 1,-1 0-28,0 0 1,1 0-21,-1 0 1,1 0 35,-1 0 133,3 0 0,-2 0-76,2 0 1,0 0-44,0 0 1,0-1 48,0-1 0,-2 1-35,1-1 0,-1-1 59,0 1 1,-1-1 17,1 1 0,0 1 7,1-1 0,-1 1-9,2-1 1,-2 1-1,0-1-22,2 1 1,-2 1-87,2 0 1,-5 0 50,1 0 0,-1 0-96,2 0 1,-1 0 18,-1 0 0,-2 0-306,2 0 140,-2 0 26,1 0-123,0 0 184,-3 0-79,3 0 86,-6 3 1,0-2-74,-4 1 1,3-1 45,0-1 1,-3 0-115,-1 0 0,-3 0 147,3 0 1,-5 0-19,1 0 0,-2 0 165,-3 0-127,0 0 1,-3 0-1,-1 0 379,0 0 0,-4 0 57,-1 0 1,0 0 210,-4 0 0,1 0-235,-1 0 0,1 0 80,1 0 0,2 0-198,0 0 0,6 0-210,6 2 0,1-1-540,2 1 273,2-1 129,5-1 0,5 0-41,5 0 0,1 0-115,4 0 0,1 0-48,2 0 1,3 0-396,2 0 503,0 0 1,1 0 0,2 0-162,1 0 0,0 0 391,1 0 0,-1 2-33,3 0 258,-3 3 1,1-3-211,-3 2 1,3 0 80,-3 0 0,0 2-36,-4-2 1,-2-1 156,-2 2 1,-1-3 0,-3 1 43,-3 0 0,-1 0 283,-1-1-108,-1-1 56,-3 2-321,-3-3 121,2 0-254,-2 0 1,4-2-722,1-1 311,-1 1-354,2 2 460,-9 0 1,0 0 22,-5 0 1,-2 0 105,0 0 0,-3-2 0,-5 0-102,-3 1 0,-2-2-59,-1 1 354,-3-3 0,-7 3-91,-4-2 1,-2 0 343,-2-3 1,0 3 171,3 0 0,1 0-241,5 0 0,2 0-78,6 2 0,3 1-66,6-1 1,5 2-17,1 0 47,5 0 0,2 0-214,6 0 1,6-1-180,4-1 1,5 1-1,1-1-121,2 1 105,3 1 0,5-1 66,2-1 0,-1 2 0,3-3-484,-2 3 492,3 0 1,-1-2-1,5-1-599,2 2 630,2 0 0,-4 1 177,4 0 1,-1 2 0,0 1 48,-4 1 0,-1-3 77,-5 1 0,0 0 389,-3 0-276,-5-1 0,-2 2 938,-7-3-803,-5 0 0,-4 0 154,-4 0 1,-2 0 53,-4 0-415,0 0 0,-4 0 0,2-1 26,-3-1 1,0 1-148,-2-1 0,1 1-245,-3 1 1,-1 0 173,-1 0-465,0 0 0,-1 0 0,-1 0 109,0 0 0,-3-2 28,3 0 0,-3 0 377,0 2 0,-1-1-110,-3-1 274,2 1 0,-5-4 0,3 2-99,1 0 0,1 1 99,0-3 1,6 3-109,3-2 1,6 3 306,2-2-267,5 3 1,1-1 0,4 0 74,1-2 1,2 1-242,5 2 0,1 0-40,5 0 1,-1 0-315,4 0 299,1 0 1,2 0-161,3 0 0,1 0 1,3 0-120,-1 0 341,2 0 0,1 2 1,2 1-266,0 1 411,0 0 1,0 3-1,0-1 78,0 0 1,-3-1-4,-4-1 1,-3-2 39,-7 2 1,-3-2 310,-6 0-100,-2-1 0,-5-1-114,-5 0 1,-2 0 11,-5 0 1,1-1-136,-5-1 0,2 1 20,-2-1 1,-1 0-279,-4 0 1,0 2 97,-1-3 1,-1 1-600,2-1 1,-2-1 318,0 2 0,-3-2-155,0 2 0,-4-1 212,1 1 1,-1 0 112,-1-2 0,-1 3 0,1-2 1,3 1 177,1-1 0,5 1-78,1 2 0,3 0 545,2 0-252,7 0-235,4 0 1,10 0-178,2 0 0,4 0-39,5 0 1,5 0-282,3 0 1,3 0 33,2 0 0,1 0-154,3 0 0,3 0 167,1 0 1,4 0 88,1 0 1,0 2 231,0 1 1,-2 2-43,1-1 1,1 2 265,-2 0 0,-6-2-52,-7 0 0,-4-2 467,-5 0 31,-4-1-170,-7-1 1,-7 0-20,-5 0 0,-3-2-109,-4-1 1,-1-1 8,-1 2 0,1-1-6,-3 1 0,0 1-85,-2-1 0,-1-1-235,1 1 1,-1-1-302,-1 1 0,1 2 53,-1-3 0,-2 2-198,2-1 0,-4 1 209,-1-1 1,1-1-29,-3 1 1,2-1 372,0 1 1,0 1-34,-2-1 0,4 1-12,1-1 1,6 1-61,4-1 1,3 1 240,3 1-169,4 0 0,3-1 0,5 0-74,3-1 1,2 0-175,5 2 1,3 0-332,3 0 1,5 0-138,3 0 1,3-1 227,0-1 1,1 1 63,1-1 1,-1 1 111,4 1 0,-1 0 188,3 0 0,-2 0 56,0 0 0,-3 2 234,-4 0 0,-4 1 487,-2-3 0,-7 2-171,-2 0 1,-7 0 665,-3-2-707,-4 0 0,-8-1-343,-6-1 0,-5 1-32,3-1 0,-3 2-112,-1 0 1,-1 0-240,-4 0 1,1-3-369,-3 1 1,0 0 235,1 2 0,-2-2 56,-1 0 1,0-1 224,-2 1 0,-1 1 285,1-1 0,0-1-92,1 1 1,0 0 517,1 2-522,3 0 0,7 0 1,1-1 501,5-1-610,2 1 1,7-1-26,3 2 0,3 0-216,6 0 1,4 0 3,4 0 1,2 0-277,2 0 1,2 0 187,3 0 1,2 0-102,-1 0 1,2 0 197,-1 0 1,-1 0 124,3 0 1,1 0 95,1 0 0,1 0 23,-5 0 0,0 0 164,-3 0 1,-1 0-31,-2 0 1,-6 0 330,-8 0-296,-4 0 0,-2 0 70,-4 0 1,-4 0-145,-5 0 1,-3 0 114,-1 0 0,-3-1-115,1-1 1,-1 1 12,1-1 1,-1 1-60,1 1 1,-2-2-107,0 0 0,0 0-192,-1 2 0,-2-2 24,-1-1 0,0 1-162,-1 2 0,2-2 141,-2 0 1,-1-2-19,2 2 0,3-1 144,3 3-22,3 0 100,4-2 1,4 1-86,6-1 1,6 1 26,5 1 0,4 0-80,2 0 1,1 0-151,2 0 0,1 0 85,0 0 1,3 0-111,0 0 0,-2 0 339,-1 0 1,2 0-66,1 0 0,1 0 351,0 0 1,1 0-100,0 0 0,-3 2 16,-2 0 1,-2 1 90,-2-1 1,-2-1 194,-4 1 0,-4 0 349,-3 0-390,-2-2 0,-2 3-458,-5-3 0,-1 0 59,-2 0 0,0 0-299,-3 0 0,0 0 69,-2 0 1,1 0-33,-1 0 0,-3 0-57,-1 0 0,-2-2-241,-3 0 1,2-1 157,-1 1 0,-2 1-47,0-4 0,0 4 466,-1-1 0,2-2-91,-2 0 1,0 1 317,2 1 0,4-1-113,3 1 0,4-2 247,3 2-334,1-1 0,4 3-28,6 0 1,3 0-80,7-2 0,0 1-289,2-1 1,2 1 71,5 1 1,-1 0-173,2 0 1,1 0 89,1 0 0,1 0 136,0 0 1,1 0 281,1 0 1,2 1-44,-2 1 0,-3-1 191,-4 1 0,-2-2 106,-1 0 96,-3 0 55,-8 0 1,-2 0-146,-7 0 1,-1 0-300,-4 0 1,-1 0-1,-1-2 0,-2 1-197,3-1 1,-4 1-30,2 1 1,0 0-277,-1 0 1,0 0 70,-1 0 0,-1 0 81,0 0 0,-2-2 169,0 0 1,-3 0-77,1 2 0,-1 0 235,-2 0 0,0 0 28,-1 0 0,0 0 129,-2 0 0,2-1-105,0-1 0,1 1 32,3-1 0,2 1-101,2 1-36,6 0 1,1-1-23,6-1 0,3 2-55,1-3 0,5 3-182,1 0 0,5 0 33,2 0 1,2 0-173,0 0 0,3-2 102,-1-1 0,3 1-60,-3 2 1,3-2 225,0 0 0,1 0 106,0 2 1,0 0 33,-1 0 0,1 0 299,-2 0 1,-4 0 284,-1 0-17,-4 0 285,-4 0-578,-4 0 0,-6 0-98,-4 0 1,-3 0-109,-1 0 1,-2 0-172,-3 0 1,0 0-199,0 0 0,-2 0 160,-2 0 0,-3 0-155,-1 0 1,0 0 78,-2 0 0,-1 0 86,-1 0 0,-1 0 101,0 0 0,-1 0 219,-1 0 0,-1 0-53,1 0 0,3 0 201,-1 0 1,3 0-156,4 0 1,2 0-83,0 0 1,5 0-348,-1 0-57,7 0 24,1-3 0,5 2 113,2-1 1,4 2-97,3 0 0,3-1-24,1-1 0,-1 1-39,3-1 1,2 0 44,0 0 1,1 2 87,2-3 1,1 3-16,0 0 0,1-2 267,-3-1 1,0 1 432,1 2 0,-4 1-308,-1 1 0,-2-1 83,-3 1 1,0 1 52,-4-1 0,-3 2-84,-3-2 1,-6 3 33,-4-3 0,-5 0-169,-3-2 1,-3 2-151,-2 0 1,-3 0 201,-2-2 0,-1 0-487,-3 0 1,2 0-6,0 0 0,0 0-117,-2 0 1,0 0 129,0 0 0,0 1 66,0 1 0,0-1 357,0 1 1,-3-1 92,1-1 1,0 0 217,2 0 1,-1 0-187,-1 0 0,-1-1 166,-1-1 1,1 1-337,3-1 0,2-1-235,3 1 0,-1-2-133,2 2 0,3-3 180,6 3 0,2-2-13,4 2 0,2-1-81,5 1 0,3 0 93,5-2 0,4 3-125,7-1 0,3-1-81,4 1 1,4-1 104,0 3 1,4 0-134,2 0 0,0 0 136,3 0 1,-3 0 29,0 0 0,3 1 199,2 1 1,-2 0-130,-1 2 0,-2-2 72,-2 2 0,-2-1-31,-2 1 1,-6-3 134,-3 1-82,-8 2 1,-7-3 136,-9 1 1,-3-1 8,-5-1 1,-4 0 145,-4 0 0,-3-3-34,-2 1 0,-1 0 135,-3 2 1,0-1-88,0-1 1,-3 2-73,-1-3 0,0 3-4,0 0 1,0 0-90,0 0 0,-2 0-158,1 0 0,3 0 21,-1 3 1,3-3-235,-1 2 0,4-1 53,1-1 1,8 1 61,3 1 0,3-1-15,3 1 0,2-1 25,3-1-180,-1 0 76,4 0 9,0 0 1,6-3 159,1 1 1,5 0-10,1 2 0,3-2 7,2 0 1,1-2-32,4 1 1,-1-1 220,0 2 0,3 0 150,2 2 0,-1 0 170,0 0 1,-1 0-202,1 0 0,0 0-121,0 0 0,-1 1-161,-5 1 1,-2-1-539,-4 3 320,-2-2 0,-11 3 116,-5-3 1,-4 0 171,-4-2 0,-4 0-34,-5 0 1,-1 0 162,-1 0 0,1 0-183,-1 0 0,-2 0 141,1 0 0,-1 0 15,2 0 1,3 0 82,-1 0 1,-2 0-3,-1 0 0,1 0-126,2 0 0,4 2 12,-2 0 0,3 1-57,2-1 0,1-1-132,4 1 0,2 0-19,4 0-411,-1-2 118,7 3 241,0-3 1,3 0-34,4 0 1,-1 0-453,1 0 321,-1 0 0,0 0 155,1 0 80,-4 0 1,2 1-89,-2 1 353,-1-1 1124,-2 2-1631,-3-6 270,2-1 2,-2 1 243,3 0 510,0 3 1,2 3-747,1 1 1,-1 0-60,-2 0 1,2 0-184,0 3 0,0 1 193,-2 1 1,0 1-102,0-1 1,0 2 95,0 0 1,0-1-194,0 1 1,0-1 210,0 0 1,0 2 117,0-4 34,0 1 1,0-3-100,0 1 9,0-4-143,0 0-148,-3-3 263,0 0 0,-2-1-13,1-1 1,2-1 30,-2-4 0,2 1 16,0-1 1,-1-1 127,1-1 0,-1-2-105,1 0 1,1 1 91,-1 0 1,2 1-93,0-2 0,-3 3 3,1-3 0,0 3 38,2 0 0,0-2-7,0 2 1,0-1 4,0 3 1,-1 0 0,-1 2 1,2 0 287,-3 2-161,3 2 48,0-3-220,0 8 0,0 0 19,0 3 1,0-1-94,0 0 1,0 1 146,0 1 0,-1 2 1,-1-3 1,1 3-97,-1 0 0,1 1 32,1 1 1,-2 0-217,0 0 0,-2 0-62,2-1 0,-3 1-92,3-3 0,-1 2 224,1-4 0,2 1-69,-3-3 85,3 1 343,0-4-179,0 0 1,0-4-84,0-1 1,0-1 104,3-4 1,-3 0-60,2-2 1,0 0-54,0-1 1,-1-3-17,1 3 0,-1-2-167,-1-1 1,0 0 250,0 0 0,0 2-16,0 1 1,0 1 293,0-1-219,0 2 1,0-2 82,0 4 0,0 2 116,0-1 235,0 4-756,0-2 192,0 9 1,0-2 5,0 5 0,0-2 9,0-1 1,0 1-11,0 2 1,0-1 6,0 2 1,0 1 5,0 2 1,0-2 20,0-1 0,0 1 11,0 2 1,-1-2-128,-1-1 0,1-1 59,-1 1 1,1-2-32,1 1 1,0-2-14,0-1-8,0-2-19,3 2 55,1-6 0,2 3 41,0-6 1,1 0-1,-1-4 1,1 1 87,-1 0 0,3-1-92,-1 1 0,1-1 11,-3 1 0,3 2-56,-1-1 0,4 1-119,-2-2 0,2 1 107,1 1 1,4 2-13,2-2 0,1 2-7,3 0 1,2 1-101,2-1 0,5 0 229,5-2 1,1 2-87,0-3 0,1 2 125,2-1 0,2-2 21,2 2 1,-1 1 108,-6 1 1,1-1-65,-1 1 0,1 0 94,-2 2 1,-2 0-92,-7 0 0,0 0-19,-2 0 0,-4 0-50,0 0 1,-5 0-12,-2 0 1,-4 0 71,-3 0 159,-1 0-147,-3 0 1,-3 0-108,-5 0 1,-1-3-101,-6 1 1,-2 0 30,-4 2 1,-2 0-163,0 0 0,-5-2 103,-2 0 0,-1 0-101,1 2 1,-2-2-7,-2-1 0,-4 1 59,0-1 1,-3 2 37,1-3 0,-6 2 23,-3 0 0,-5-1 163,-3 1 0,0-1-25,4 1 0,2 1 204,4-1 0,1 2 8,6 0 1,5 0-69,10 0 1,5 0 261,3 0-304,3 0 1,7 0-146,3 0 0,6 0 31,4 0 0,5-2-156,2-1 0,5 1 44,1 2 0,8-2-140,3 0 1,4 0 132,2 2 0,3 0 36,1 0 0,6 0 142,3 0 0,2 1-16,5 1 0,-2-1 99,0 3 0,0 0-228,-1 0 1,-6 1 20,-6-3 0,-4 3-12,-9-3 0,-2 0-140,-7-2 1,-4 0 281,-7 0-57,-2 0 0,-7 0 20,-3 0 0,-3-2-43,-6 0 0,-3-1 13,-3 1 1,-6 1-86,0-1 1,-3-1 25,-2 1 1,-2 0-86,1 2 0,-5-2 74,0-1 1,0 1 2,-2-1 1,-2 3-2,0-2 0,-6 0 207,-2 0 1,-3 1-23,-3-1 1,0-1 106,3 1 1,0-2-124,3 2 0,4-1-33,4 1 1,9 1-39,6-1 0,4 1 93,6 1-141,5 0 0,9 0-196,5 0 1,10 0-10,3 0 0,7 0-90,4 0 1,3 0-100,6 0 0,4 0 137,4 0 0,0 0 90,0 0 1,3 0 29,3 0 1,7 1 134,0 1 1,2 1-62,-4 1 0,-4 1 167,-5-3 0,-4 3 169,-9-3 1,-7 2 339,-12-2-113,-5 3 0,-9-3-350,-8 2 1,-7-3-179,-9 1 0,-6-1 195,-5-1 0,-7 0-8,-3 0 1,-5 0 41,-2 0 1,-3 0-62,-4 0 1,-4 0 84,0 0 1,-2 1-44,0 1 1,2 1 142,-2 4 1,1-1-209,3 1 1,4 1-87,10 1 0,2-1-27,5-1 0,3-3-297,6 0 0,5-2 19,9 0-48,4-1-435,6-1 0,12-3 264,2 1 0,7-3 114,-2 1 1,2 1-8,3-2 1,0 2 200,4-2 1,2 0 175,0 3 1,2 0-38,0 2 1,2 0-115,0 0 1,3 1 709,1 1 1,2 2-157,0 5 0,1-1 41,-1 2 0,-2-1-135,-2 2 0,-4-4-104,-2 2 1,-5-2-87,-1 0 1,-11-3-111,-5 0 0,-4-3 50,-4 2 0,-5-3-200,-6 0 1,-4 0 19,-4 0 1,-3 0 71,-6 0 1,-2-3-145,-6-1 1,2 1 224,-3-2 1,1 3 73,1-2 0,-2 2-49,-4-2 0,3 1 157,-2-1 0,3 3 132,2-1 0,-1-1-88,2 1 1,2-1-380,2 3 0,4 0 97,7 0 1,0 0-94,6 0-98,3 3-204,5-2 0,10 2 114,6-3 1,4 0-95,4 0 0,3 0-72,8 0 1,2 0 74,4 0 0,1 0 125,2 0 1,0 2 179,0 0 0,2 0 221,4-2 0,-3 2-70,5 1 1,-1-1 85,1 1 1,0-1 20,2 3 1,-7 0 224,-1-3 0,-7 1-111,-4-1 0,-3-2 395,-6 3-557,-8-3 1,-4 0 61,-11 0 0,-2 0-225,-7-3 0,-1 3 39,-5-2 0,-3 1-43,-2 1 1,-3-2 11,-3 0 0,0 0-87,0 2 0,-2 0-102,-2 0 0,-2 0 130,2 0 1,-3 0 54,0 0 1,-1 0 72,0 2 1,-2 1 142,2 1 0,1 2-67,7-2 0,2 1 110,5 0 1,2 0-63,6 0-98,3-2 0,9-1-283,3-2 0,6 0 81,5 0 1,4 0 50,2 0 1,5 0 22,4 0 0,2-2-143,4 0 1,3-1 111,1 1 0,1 1-10,1-4 1,1 3 91,4-2 1,1 0 151,-1 0 0,3-1-62,2 3 1,-3-2-20,-4 2 1,-3-3 58,-6 3 0,-6 0-32,-3 2 1,-5 0 417,-6 0-500,-4 0 1,-7 0-111,-5 0 0,-3 0 273,-6 0 0,-2 2-74,-2 0 0,0 1-167,-7-3 0,0 0 22,-4 2 1,0-1 31,-4 1 1,1 1-13,-6-1 1,0 3-18,-3-1 0,-4 0 38,-5 0 1,-3 1-3,-6 4 0,1-2 62,2 2 1,4-2 102,6-1 1,7 0-137,6 1 42,8-1-36,11-2 0,11-1-19,9-3 1,5 0-6,5 0 0,5-3-79,4-1 0,6-2-187,6-1 1,3 1 69,2 0 0,1-1-149,1 1 0,2-1 402,4 1 0,-1-1 2,3-2 0,-1 2 75,0-1 0,-3 1-67,0 0 0,-8 1 142,-3-1 1,-7 3-30,-3 0 0,-4 2 222,-3-3 1,-7 4 184,-3-1-383,-6 1 1,-3 1-138,-4 0 1,-4 0 51,-5 0 0,-1 0-289,-1 0 1,-3 0-19,-4 0 1,0 0-133,-3 0 0,-1 0 127,-1 0 0,-4 2 14,-1 0 1,0 1 60,0-1 0,-2-1 21,0 1 0,-3 1 330,-1-1 1,1 2 17,3-1 1,3 1 54,1-2 1,4 2-130,5-2-107,4 1-64,11-3 0,7 0-231,5 0 0,7 0-9,2 0 0,4-1 98,3-1 1,3 1-95,1-1 1,2 0-221,0 0 1,2 2 46,2-3 1,2 3 0,3 0 1,0 0 125,1 0 1,-3 0 199,2 0 1,-6 0 291,-3 0 0,-8 0 90,-9 3 1,-7-3-206,-6 2 1,-6-1 504,-4-1 0,-6 0-177,-3 0 0,-3 0 5,-4 0 1,0-1-175,-2-1 0,1 2-45,-3-3 0,2 3-48,-2 0 0,-3 0-260,-3 0 1,0 0 113,0 3 1,-3-3-91,-1 2 1,0-1-32,4-1 1,3 0 91,6 0 0,6 0-116,4 0 0,6-1 92,5-1 1,2 1-112,4-3 0,4-1 13,2-1 1,6-1-212,5 1 1,3 0 114,1-1 0,4 0-139,3-1 1,2 0 57,-3 0 1,2 0 129,-1-1 0,-1 2 111,3-4 0,-1 2 36,1-1 1,1 2 214,-4-1 0,1 3 32,-2 2 1,-4 1 239,-3 3 0,-7 0-163,-6 0 1,-5 0 0,-1 0 1,-5 0-416,-6 0 1,-2 0 104,-2 0 1,-4 0-99,-5 0 1,0 0-133,-2 0 0,-3 0-159,-1 0 1,-1 0 118,-1 0 0,0 0 2,0 0 1,-1 0 101,-1 0 0,-2 0 209,-2 0 1,2 0 186,2 0 1,1 0-72,1 0 1,1 0-29,-1 0 1,7 0-211,-3 0 0,7 0 35,1 0 1,3 0-4,2 0 0,4 0-586,-2 0 403,4 0 1,0-2-140,3-1 0,1 1 326,1-1 1,3 2-81,-1-3 0,1 0 279,1-3 1,0 3 71,0 0 1,0 1 64,0-1 0,0 2 103,0-2-255,3 2 0,-2-3 7,3 3 65,-2 0-248,4 2 0,-5 0 90,3 0 1,-2 0-108,3 0 0,-3 0 70,2 0 0,3 0 44,1 0 1,3 0-27,0 0 0,4 0 17,2 0 1,3 0 38,1 0 0,5 1 10,3 1 0,4-1 87,4 4 0,0-3 5,8 2 1,1-2-44,3 2 0,-3-1 53,-4 1 1,-2-3 186,1 1 0,0 1-133,0-1 1,-4 1-30,-5-3 1,0 0-73,-2 0 0,1 0-13,-1 0 1,-5 0-133,-3 0 1,-3-1 121,-2-1 0,0 1-545,-4-1 1,-2 1 30,-4 1 0,-1-1-696,1-1 659,-1 2 0,-2-3-901,1 3-585,-4 0 1234,2 0 0,-9 0 0,-1 0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21:34:46.934"/>
    </inkml:context>
    <inkml:brush xml:id="br0">
      <inkml:brushProperty name="width" value="0.08571" units="cm"/>
      <inkml:brushProperty name="height" value="0.08571" units="cm"/>
      <inkml:brushProperty name="color" value="#1AA87C"/>
    </inkml:brush>
  </inkml:definitions>
  <inkml:trace contextRef="#ctx0" brushRef="#br0">104 187 6687,'-1'-4'953,"-1"2"-823,1 1 498,-2 1-465,0 0-371,3 0 292,-3 0 1,8 0-16,1 0 1,3 0 66,-1 0-112,2 0 0,3 0 1,1 0 11,1 0 1,-1 0-169,3 0 1,0 3-2,2-1 1,0 1 85,-2-1 0,1-2 30,-3 3 1,0-3-15,-3 0 0,-2 2 54,-1 1 0,-4-1 46,-1-2-53,-2 0 286,0 0-396,-7 0 0,1 0 76,-5 0 0,2-1-88,0-1 1,-1 1 66,-1-1 1,0 1-12,1 1 0,-2 0 8,0 0 1,-3 0 2,3-3 1,0 3-10,-1-2 1,0 1 4,-1 1 1,-1 0 98,0 0 1,0-1-41,0-1 1,3 1 4,-1-1 0,3 1 58,-1 1 224,2 0-38,1 0-120,2 0-119,2 0 0,2 0 85,2 0-144,2 0 0,3 0 34,2 0 1,-2 0-18,1 0 0,0 0 23,1 0 0,-1 0-15,2 0 1,-1 0 73,1 0 0,-1 0 6,2 0 0,-1 0 0,3 0 0,-2 0-49,0 0 0,-3 0 8,3 0 1,-3 3-53,0-1 0,-1 0-35,0-2 40,-4 0-8,3 0 0,-6 0 13,0 0 0,-3 0-12,-3 0 0,-3 0 59,1 0 0,-4-1-33,2-1 1,-3 1-117,1-1 0,-2 1 102,-1-1 1,-1 0 0,-1-2 0,0 2 29,2 0 0,-3-1-7,1 1 0,-1-1 170,1 1 0,2 2-114,4-2 1,0 1 21,2 1 1,3 0-30,1 0-33,4-3 0,-1 2-9,4-1 1,2 1-19,2 1 0,3 0 4,-1-2 1,3 1-103,0-1 1,1 1 55,1 1 0,2 0 2,0 0 1,1 0 109,-1 0 1,-2 0-42,2 0 1,1 0 92,-1 0 1,1 0-143,-2 0 1,-3 0 1,0 0 0,-3 0 94,-2 0-41,-2 0 0,-2-1 34,-4-1 0,-2 1-36,-2-1 0,-4 1-55,0-1 0,-3 1-25,-2-1 0,1-1-3,-1 1 0,0-2 56,0 1 0,-2 1-1,2-1 1,0 2 19,2-3 1,0 2-12,0 0 1,1 1-21,1-1 0,2 1 26,3-1-14,2 1-12,1 1 1,3-3 1,1 2-33,1-1 1,4 2-92,2 0 1,2-1 49,-2-1 0,2 1-11,3-1 0,0 1 77,0 1 1,0 0-48,-1 0 1,3 0 198,0 0 0,-2 0-69,-2 0 1,-1 0 47,1 0 1,-2 0-46,-3 0 15,1 3-59,-4-2 0,-1 2-13,-4-3 0,-1 0-40,-4 0 0,-2 0 48,-2 0 1,1-2 31,0-1 1,-1 1-72,-2 2 1,2 0 3,1-3 0,0 3-51,-1-2 0,0 1-125,2 1 0,-2-2 114,3 0 0,-3-1 23,3 3 1,-1 0 85,3-2-124,-1 1 44,1-2 3,2 3 0,2 0 52,4 0 1,3 0-1,3 0 1,0 0 11,3 0 0,-1 0 18,0 0 1,2 0 0,-1 0 0,0 0 85,0 0 0,1 0-115,-4 0 1,3 0-15,-3 0 11,1 0 0,-3 0 13,1 0 67,-4 0-44,0 0 1,-4 0-49,-1 0-9,-1 0 0,-4 0-71,-2 0 1,2-2 86,-2 0 1,0 0-188,1 2 0,-2 0 37,2 0 1,-2 0 83,0 0 0,-2-3 27,4 1 1,-4 0-11,2 2 1,0 0 12,2 0 0,1-1 109,0-1 0,1 2 0,0-3 0,1 3-15,1 0-20,3 0 0,-2-1-1,3-1 0,0 1-5,3-1 0,-2 1-1,3 1 1,1 0 43,1 0-65,0 0 0,1 0 18,-1 0-14,1 0-10,-1 0 0,-2 0-64,1 0 90,-4 0 22,2 0-90,0 0 0,-3 0 133,3 0 48,-6 3-61,3-2 0,-2 2 1,4-3-88,1 0 0,4 0-2,2 0 1,-1 0 2,2 0 0,1 0 22,2 0 1,0 0 101,0 0 1,2 0-121,0 0-1,0 0 3,-3 0 0,-2 0-58,-1 0-205,-2 0 223,-1 0 0,-3 0-13,-3 0 0,-3 0 39,-6 0 0,1 0-14,-2 0 1,-1 0 46,-2 0 0,0 0-26,0 0 0,1 0 14,-1 0 1,0 0-77,0 0 1,0 0-106,-2 0 0,1 0 115,-1 0 1,4-2-18,0-1 0,1 1 127,-1 2 0,2 0-145,3 0 226,2 0-205,1 0 167,9 0 0,-1 0-71,6 0 0,-1 0 23,3 0 0,1 0-31,1 0 0,-1 0-4,3 0 1,-2 0-12,2 0 1,0 0-8,0 0 0,0 0 159,-2 0 0,4 0-52,0 0 1,-2 0 28,3 0 0,-5 0-37,2 0 0,-2 0 143,0 0 1,-3 0-91,-1 0-154,-2 0 88,-5 0-222,-1 0 1,-5 2-32,-2 1 0,0-1 65,-5-2 1,1 0-130,0 0 1,-2 0-5,-3 0 1,0 0 42,0 0 1,-2 0 73,0 0 0,0 0-5,0 0 0,1-2 68,-1-1 0,0 1 151,0 2 1,0-2 55,2 0 1,0 0 24,0 2 1,2-1 167,1-1-92,2 1-68,-1-1-125,5 2 5,1 0-53,9 0 0,-2 0-49,5 0 0,0 0 24,0 0 1,1 0 37,-1 0 0,2 0 2,0 0 0,1 0 43,1 0 0,0 0 11,0 0 1,-3 0-57,1 0 0,-1 0 13,1 0 1,0 0-41,-2 0 0,-1 0-226,-1 0 65,-1 0 70,-2 0 52,-2 0 22,-7 0 0,0 0 7,-3 2 0,-1-1-77,0 1 1,-2-1-105,0-1 1,-2 0 70,-2 0 0,2 0-103,-2 0 0,-1 0 143,1 0 1,-3 0-25,1 0 0,1 0 243,-1 0 1,2-1 5,0-1 1,0 1 42,3-1 0,0 2-26,6 0 203,-1 0-302,4 0 1,1 0 6,4 0 1,2 0 3,5 0 0,-2 0-20,4 0 0,0 0-7,2 0 0,2 0-52,2 0 0,0 0-5,0 0 0,0 0 68,2 0 0,1 0-3,2 0 1,-2 0 30,4 0 0,-1 0 102,3 0 1,0 0-135,-1 2 0,0-1-8,-1 1 1,-2 1 11,-3-1 0,0 1-87,1-1 1,-5-1-173,-2 1 0,-3-1 59,-4-1-223,-2 0 483,-1 0 0,-4 0-105,-1 0 1,1 0 95,-4 0 0,3 0-73,-2 0 1,2 0-6,-3 0 1,0 0-101,-3 0 1,0 0-241,-3 0 0,0 0 105,-4 0 0,-1 0-177,-4 0 0,1-2 243,0-1 0,0 1 39,-1 2 1,-1-2 279,0 0 0,-1 0-28,3 2 1,3-2 91,1 0 0,2 0-128,2 2 1,3-1 40,3-1 1,5 1 35,5-1 0,3 1-74,3 1 1,4 0-34,2 0 1,4 0-15,3 0 1,3 0-142,1 0 1,2 0 12,-3 0 1,5 0 45,0 0 1,2 0 55,2 0 0,1 0 1,-2 0 1,1 0 11,-2 0 1,0 2-2,-1 0 1,-5 1-5,-2-1 1,-4-1 26,-2 1 0,-5-1-291,-2-1 125,-6 3 75,-4-3-17,-3 3 1,-3-3-12,-1 0 1,-2 0-12,-3 0 1,-1 0-81,-3 0 0,0 0 3,-2 0 0,1 0-141,-4-3 0,-1 3 100,-2-2 1,1 1 70,1 1 1,3-1 189,-3-1 1,1 1 19,-1-1 1,2 2 58,2 0 0,2 0-109,3 0 0,1 0 256,2 0-281,4 0 0,0 0 40,6 0 0,0 0-138,4 0 1,2 0 38,1 0 0,3 0 20,-1 0 0,3 0 27,0 0 1,2 0 0,-2 0 1,3-1-3,-1-1 1,3 1 9,1-1 0,-1 1 25,1 1 0,2 0 9,1 0 0,-2 0-25,-1 0 0,-1 0-22,-1 0 0,1 1-4,-1 1 1,-4-1-37,-2 1 1,-3-1-229,-3 1 46,-4-1 117,0 2 80,-9-3 0,1 2-12,-5 0 0,-1 0-3,-2-2 0,0 0-39,1 0 1,-2 0-2,-1 0 0,-1 0-40,-1 0 1,-1 0-111,3 0 0,-2 0 126,0 0 1,-1 0 16,1-3 1,-1 3 87,3-2 0,0 0-70,2 0 0,1 1 174,1-1 0,4 2 85,3 0-85,2-3 1,3 2-70,6-1 0,2 1-5,4 1 1,3-1 11,3-1 1,1 2-8,4-3 0,-1 3-108,0 0 0,3 0 88,-1 0 0,0 0-10,1 3 1,-22-3-22</inkml:trace>
  <inkml:trace contextRef="#ctx0" brushRef="#br0" timeOffset="1">983 20 12177,'18'2'42,"8"0"20,-2 1-42,-1-1 1,-2-1 3,0 1 1,-4 0-299,-2 0 212,-7-2-97,-2 3 1,-10-3 87,-2 0 1,-2 0 49,-5 0 0,2 0-35,-4 0 0,-2 0 8,0 0 1,1 0-33,-1 0 0,0 0 2,-3 0 0,1 0 84,0 0 0,2 0-32,0 0 0,0 0 176,0 0 0,-1 0-57,4-3 0,-1 3 51,5-2 0,0 1-60,4 1 28,2 0-102,1 0-108,9 0 1,1 0 113,3 0 0,2 0-20,-1 0 1,0 0-38,0 0 1,3 0 22,-4 0 0,4 0 41,-3 0 1,-2 0-78,-1 0 0,2 0 10,-2 0 1,1 0 14,-3 0 0,1 0-42,-1 0 112,-2 0 0,-1 0 35,-1 0 130,-1 0-12,2 0-244,-9 0-176,5 0 127,-5 0-265,6 0 99,0 0 300,0-3 0,1 2-38,1-1 8,-1 2 1,4 0 4,0 0 1,-2 0 254,1 0-208,1 0 1,1 0 16,1 0 0,-1 0-28,0 0 0,1 0 2,-1 0 0,1 0 12,2 0 0,-2 0-24,2 0 0,0 0-41,-1 0 0,1 0 13,-3 0 0,-1 0-5,-1 0 0,-2 0 130,2 0-72,-2 0 1,1 0-45,-1 0-8,-1 0 0,2-1-18,-3-1-6,0 1-86,0-2 119</inkml:trace>
  <inkml:trace contextRef="#ctx0" brushRef="#br0" timeOffset="10306">1175 20 13316,'0'3'4,"0"1"-12,0 2 0,-2 0 88,-1 1-49,1-1 1,2 1 20,0-1 1,-2 0 86,0 1 0,0-3-81,2 0 0,0 1-6,0 1 1,0-2-18,0 1 1,0-1-37,0 2 1,0-1-5,0-1 1,0 0 0,0 3 0,-2-3-43,0 0 14,-1 0 1,3 3 38,0-1 1,0-2 22,0 1 0,0-3 3,0 2 1,0-2 52,0 3-39,0-4 15,0 5-8,0-3 1,0 4 49,0-1 6,0 1-112,0-1 1,0 0 1,0 1 1,0-3-4,0 0 0,3-2-11,-1 3-5,0-1-38,-2 2-24,0 1-3,0-1 24,3 1 0,-3-3-8,3 0 0,-3-2 22,0 3 30,0-4-28,0 5 0,0-6 15,0 6 7,0-5-84,0 5-2,0-6-19,0 6 93,3-5 0,-2 2 7,1-1 26,-1-1 6,-1 2-25,3-3 15,-3 0-12,3 0 5,0 0-22,-2 0-216,2 0 0,-8 0 184,-2 0 1,-1 0 0,2 0 34,-1 0 0,1-2 1,0 0 93,-1 0-89,1 2 0,-3 0 1,-2 0-119,-1 0 1,-1 0 96,0 0 1,0 0 25,-2 0 1,1 0-4,-1 0 1,-1 0-1,1 0 1,0-3 22,0 1 0,1 0 8,-1 2 1,2 0-51,3 0 0,-2 0-4,1 0 0,2 0-44,0 0 1,2 0 82,1 0 0,-1 0-8,1 0 1,1 0-38,1 0-6,3 0-46,-2 0 1,8-2 33,1 0 0,4-1-92,-1 1 0,2 1 68,0-1 1,-1-1-128,1 1 1,-1 0 187,3 2 0,0 0-14,0 0 1,0 0 25,-1 0 0,1 0 132,0 0 0,0 0 38,0 0 0,-3 0-97,1 0 0,-1 1 40,1 1 0,-2-2-40,-3 3 0,1-1 84,-1 1-119,-2-1-23,2-2 16,-6 3 0,2-3-4,-4 2 0,1-1 80,-3-1-62,-1 0 0,-1 0-83,-1 0 1,-1 0 17,-1 0 0,-2 0-10,0 0 0,0 0 19,0 0 1,-1 0-16,1 0 0,-3 0 63,-1 0 1,0 0 88,2 0 1,1 0 14,-1 0 1,0 0-28,0 0 1,0 0 47,0 0 0,3 0-44,2 0-2,-2 0-25,6 0-37,-2 0 1,7 0-39,1 0 1,2-2-119,5 0 0,-2 0-25,4 2 1,2 0-5,2 0 0,1 0 87,-1 0 0,-1 0 64,3 0 0,0 0 123,2 0 1,-2 0-116,0 0 0,0 0 103,0 0 0,-1 0-101,-4 0 0,-2 0 53,-1 0 277,-2 3-135,0-3 96,-4 3-239,-3-3 1,-3 2-11,-4 0 1,3 1-50,0-3 0,-1 0-109,-1 0 1,-1 0 21,1 0 0,0 0 65,-1 0 1,-2 0-151,-2 0 0,1 0 18,0 0 1,-1 0 137,-2 0 1,0 0 14,-2 0 0,1 0 12,-1 0 0,2 0 6,0 0 0,0 0 24,0 0 1,1 0 70,1 0 1,2 0 103,3 0-43,-1 0-80,1 0 1,3-3 18,3 1 0,3 0-103,6 2 1,1 0-3,3 0 0,0-1-15,2-1 1,0 2-114,2-3 0,0 3 74,2 0 0,0 0-78,0 0 0,1 0 177,-1 0 0,0 2-70,0 0 0,-1 2 0,-1-2 1,-4 1-15,0-1 1,-3-1 7,-4 1 0,-2 0 60,-2 0 0,-2-1 14,-2 1 1,-2-2 53,-2 0 0,0 0-57,-1 0 1,-1 0 79,-1 0 1,0 0-60,0 0 1,1 0-80,-2 0 1,-1 0 39,-2 0 0,1 0-13,1 0 1,-1 0-34,2 0 0,-3 0-119,-2 0 0,1 0 14,-1 0 0,-1 0-99,-1 0 1,-2 0 160,0 0 0,-2 0 68,-1 0 0,0 0 128,1 0 1,1-2-85,-2 0 1,3 0 96,-1 2 0,1 0-69,0 0 0,0-1 106,2-1 1,1 1-103,4-1 1,0 2-55,1 0 1,2 0-128,2 0 45,4 0-119,0 0 116,8-3 0,3 2-114,4-1 0,0 0 92,1 0 0,-2 2-9,4-3 1,1 3 29,2 0 0,-2-2-13,1-1 0,2 1 122,3 2 0,-1 0-51,-2 0 0,1 2 14,2 1 0,-2 1-96,1-2 1,-2 2-99,-2-2 1,-4 3 103,-4 0 1,-3-2-16,-2 2 1,-2-4 79,-4 1 1,-4 0 124,-5 0 0,-4-2-12,-2 3 0,-2-3-80,-2 0 1,-2 0 133,-3 0 0,-2 0-110,0 0 1,0 0 27,0 0 1,1-2-58,-3 0 0,-2 0-20,-2 2 1,2 0-18,2 0 1,0 0 36,-2 0 0,5 0-119,1 0 0,3 0 100,-1 0 0,2 0-63,3 0 1,0 0 98,2 0 1,4 0 7,2 0 0,3 0 72,0 0-100,3 0-102,2 0 0,4 0 65,1 0 0,4-1-84,2-1 1,5 1 64,-1-1 1,2-1-94,3 1 1,-2 0 84,2 2 0,0-2-16,2 0 0,-1 0 69,-1 2 0,-1 0 138,1 0 0,-1 0 8,-3 0 1,0 0-156,-1 0-82,-2 0 112,0 0 0,-8 2 13,-2 0 1,-5 1-47,-6-1 1,-1-1-9,-1 1 0,-3-1-1,-1 1 0,-1-1-6,-1 1 1,-1-1 74,1-1 0,-1 0-59,-1 0 1,-1 0 20,-2 0 0,0 0 12,3 0 0,-3 0-9,3 0 0,-1 0 12,3 0 1,0 0 2,2 0 1,2 0 97,2 0 16,3 0-177,3 0 13,5 0 0,4-2-161,3 0 0,1-1 61,3 3 1,-1-2 69,2 0 0,-1 0 20,1 2 1,1-2-15,2 0 1,2 0 20,0 2 1,3 0 132,-1 0 1,-1 0 52,1 0 1,0 0-84,0 0 1,0 0-184,-4 0 0,0 0 95,-4 0 1,-1 0-214,-1 0 258,-4 0 0,-3 0 72,-7 0 1,-2 0-101,-4 2 1,-2-1-7,-3 1 0,0-1 99,-1-1 0,-3 0-55,1 0 1,1 0-163,1 0 1,3 0 78,-3 0 1,0 0-63,-1 0 0,2 0 104,3 0 0,3 0-19,0 0 0,3 0 122,0 0 71,5-3 0,4 2-127,4-1 1,3 1-24,1-1 0,3 1-2,4-1 0,-1 1-33,3 1 0,1-1-18,1-1 0,2 2-4,1-3 1,0 3-22,-1 0 0,1 0 111,2 0 0,0 0 122,-3 3 1,3-3-151,-3 2 0,-3 1-7,-5-1 1,-3 1-299,-4-3 200,-2 2 1,-4-1 63,-5 1 1,-3-1 44,-3-1 0,-2 0-8,-2 0 0,1 0-17,-3 0 1,1-1-2,-1-1 0,-2 1-14,2-1 1,-2 1 10,0-1 0,2 1 10,0-1 0,1 0-27,-2 0 0,1 2-15,5-3 0,-2 3-30,5 0 1,3-1-72,2-1 92,2 1 0,0-2-3,4 3 0,2 0-91,2-3 0,3 3 59,-1-2 0,4-1 42,-2 1 0,5-1-4,3 1 1,-1 1-2,0-1 1,3 0 24,-1 0 0,1 2 78,3-3 1,-1 3 103,1 0 0,0 0-52,1 0 0,1 0 58,-2 0 1,-2 0-79,-1 0 0,-4 0-66,-3 0 1,-1 0 29,-1 0-176,-5 0 0,-3-1 117,-3-1 0,-5 1-32,-1-1 1,-6 1-39,-1 1 0,-2 0-91,-2-3 1,-3 3-15,0-2 0,-1 0 114,0 0 0,-1 1 69,-2-1 0,-1-1-100,2 1 0,-2-2 1,-1 2 1,0-3 19,1 3 1,-2-2 6,1 2 1,2-2 46,4 1 1,4 1-21,1-1 298,2 3-242,5-3 1,3 3 25,8 0 1,2 0-99,4 0 1,3-2-1,1 0 0,0 0 31,4 2 0,3 0-13,1 0 1,1 0 14,0 0 0,-2 0-13,4 0 1,1 0 172,0 0 1,2 2-9,-3 0 1,1 1 33,0-1 0,0-1-119,-1 3 1,-5-1 7,-4 1 0,-4-3 14,-3 1-162,-3-1 1,-5-1 120,-5 0 1,-3 0-19,-3 0 0,-3 0-49,-1 0 1,-4 0 33,0 0 0,-1-2-227,-3 0 1,-1-1 47,-1 1 0,-1 1 114,0-1 0,2 1 12,-2-2 0,4 3 72,-3-2 0,5-1 41,1 1 1,6 0-144,0 2 70,5 0 29,1-3 1,5 2 65,4-1 1,4 1-82,3 1 0,3 0-4,1 0 0,0-2-17,4 0 1,0 0-5,3 2 1,1 0-30,0 0 1,4-2-10,-2-1 0,1 1 188,0 2 0,1 0-48,-2 0 0,2 0 41,1 0 1,-3 2-80,-2 1 1,-4-1 95,-2-2-129,-4 3-83,-5-3 0,-6 3 91,-7-3 1,-1 0-17,-4 0 0,-1 0-162,-4 0 0,0 0 89,-5 0 1,1 0 14,-2 0 1,0 0 32,0 0 0,-2 0-2,4 0 1,-3-1 38,0-1 0,3 2 10,2-3 1,2 1-1,4-1 1,6 1 101,0-1 0,6 3-63,1-2 0,3-1-25,6 1 1,4-3-181,4 3 1,2-1 69,2 1 1,3 1 40,4-1 1,0-1-41,2 1 1,2 0-130,-3 2 1,6-1 118,1-1 0,3 2 5,0-2 0,1 1 174,-4 1 1,-1 0-100,-1 0 1,-2 0-34,-2 0 1,-5 0 217,-6 0 1,-3 2 799,-5 0-806,-5 0 1,-4-2-66,-4 0 1,-2 0 3,-5 0 0,-1-1-113,-3-1 1,-2 2-193,0-2 0,-3-1-74,-1 1 0,-3-1-210,-4 1 0,0 0 222,1-2 0,-4 2-54,-1-3 1,-1 2 152,-1-1 0,0-2 21,0 2 0,2 0 9,3 0 1,2 0 436,3 0-29,7-2 0,9 5-164,6-3 0,6 1 42,7-1 1,6 3-99,4-1 0,4-1-159,3 1 0,2-1 65,4 3 1,2 0-135,-2 0 1,3 0 276,4 0 1,-1 3-103,3-1 1,0 2 99,-2-2 1,-1 3-83,0-1 0,-5 0 215,-3 0 1,-8-2-57,-6 0 0,-5 1-112,-4-1 1,-5 0-78,-6-2 0,-7 0-146,-6 0 1,-3-1 67,-5-1 1,-4 1-131,-3-4 0,-3 3 55,-2-2 0,0 0 70,-6-3 1,5 3-14,-5 0 1,2 2 46,-1-3 0,0 2 11,0-2 0,4 0 86,-3 0 0,7 3 182,2-1 1,7 1 111,1-1-318,11 1 1,1 2-280,10 0 231,8-3 0,3 3-51,6-2 1,4 1 1,0 1 0,5 0 1,2 0 0,1 0 51,1 0 0,2 0-21,1 0 0,2 0 216,2 0 1,-1 2-60,3 0 1,-3 3 16,-1-1 0,0 0-31,-3 0 0,-6-2-159,-7 3 52,-4-4 4,-9 2 0,-3-3-1,-8 0 0,-3 0-24,-5 0 1,-1 0 0,-1 0 1,-2 0 7,-2 0 1,-2 0-108,0 0 0,-3 0 50,-2 0 1,-1 0 32,0 0 1,0 0 78,1 0 0,0 0 6,2 0 0,2 0-19,3 0 1,2 0 265,4 0-309,-1 0 1,8 0 8,2 0 0,7 0-169,6 0 0,4 0 79,2 0 1,4 0-52,3 0 0,3 0 63,1 0 1,4 0-80,-2 0 1,3 0 111,-4 0 1,5 1-4,0 1 0,0-1 67,-4 4 0,-5-4 186,-3 1 0,-8 1-2,-3-1-190,-6 0 0,-6-2-23,-6 0 0,-3 0 18,-4 0 1,-3 0-11,-2 0 1,-1 0 22,-1 0 1,0 0-13,-3 0 1,2 0 55,-2 0 1,0 0-65,2 0 0,-1 0-88,2 0 1,-5 0 67,2 0 1,1 1-61,4 1 0,2-1 58,2 1 0,2-1-5,3-1 0,3 0-119,5 2-32,1-1 1,4 2 90,2-3 1,4 0-144,4 0 1,0 0 106,4 0 0,0 0 44,3 0 1,0-1-25,1-1 0,-1 1 98,1-1 0,-1 0 170,-3-1 0,0-1-55,-2 2 1,3-2 159,-3 2 0,-1-1-89,-1 1 1,-3 0 321,-4-2-276,0 2 1,-5-1 226,1 1-69,-1 1-263,-1-2-324,3 3 183,0 0 1,2 0-109,-1 0 0,-3 3 107,2 1 1,-3 2-55,0 0 1,0 1 45,0-1 0,0 1 10,0 2 1,0-1-2,0 2 1,0 1-38,0 2 1,0 0-99,0 0 0,1-1 99,1 1 0,-1 0-107,1 0 0,-1-1 106,-1-1 1,0-2-20,0-3 0,0 1 152,2-1-73,-1 1 27,2-4 28,-3 0 165,0-3 0,0-5-47,0-1 0,0-2 27,0 1 0,0 1-24,0 0 0,0-4-158,0 0 1,0-2 74,0 2 1,0-3-154,0 3 0,2 0 35,0-1 1,3 3 20,-3 0 1,3 0 5,-1-1 0,0 3-88,0-1 1,-2 2 83,2 3 0,-2-1-10,3 3 1,-4 0 1,2 1-45,-3 1 1,0 0-7,0 2 1,0 0 36,0 3 0,0 1-9,0 1 0,0 0 2,0 0 0,0 0-6,0 2 1,0 1-7,0-2 1,0 3-1,0-1 0,0 1-79,0 0 1,0-2 36,0-1 1,0-2-11,0 1 1,0-2 125,0-1-6,0-2 22,0 2 172,0-6 1,-2-4-207,0-5 1,0-1 111,2 4 1,0-2-96,0-1 1,0-2 0,0 3 0,0-3 24,0 2 0,0-1-6,0 1 0,0-1 0,0 1 0,0 0 5,0 3 1,0 0 49,0-1 0,0 1-2,0-1-305,0 4 193,0 0-260,0 3 147,0 6 0,-1-2 75,-1 4 1,0 2-38,-2 1 1,3-1-11,-2 1 1,3-1 25,0 0 1,-2 3 1,-1-3 0,1 2-99,2-2 1,0 0 122,0-1 0,0-2-92,0 2 22,0-2 3,0-1 224,0-2 391,0-1-206,0-3-234,0-6 0,0 2 98,0-5 1,0 0-57,0 0 1,0 1-31,-3 1 0,2 1-40,-3-1 1,-1 2-23,-1 0 0,0 0-50,-1 0 0,-2 3-108,-2-1 0,-2 2-187,-2-1 0,-4 1 152,-7-1 0,-3 1-98,-3 1 0,-5 0 116,-4 0 1,-5 0 247,-1 0 1,-3 0-177,1 0 1,1 0-58,1 0 1,5 0 356,4 0 0,9 0 1252,7 0-1378,5 0 1,8 0 40,2-3 0,7 3 42,4-2 0,7-1-347,4 1 1,6-3-643,3 0 1,3 2 481,3-1 1,5 1-31,1-1 0,4 3 81,0-1 1,0-1 201,-3 1 1,3-1 443,-2 3 0,3 0-82,-2 0 1,-5 0 78,-6 0 0,-5 0-166,-1 0 0,-6 0 350,-3 0-82,-3 0-280,-6 0 1,-4 0-58,-5 0 1,-3 0-109,-3 0 0,-4 0-180,-2 0 0,-4-2 11,0 0 0,-5-1-178,0 1 0,-4 1 160,0-4 1,-4 3 68,-3-2 1,3 2 145,-1-2 0,3 2 161,-1 0 0,2-1-146,1 1 1,7 0 86,6 2 1,6 0-158,2 0-2,5 0 0,5 0-114,5 0 1,3 2 106,4 0 0,3 0-143,1-2 1,2 0 106,3 0 1,0 0-26,4-2 0,2 1 122,0-1 0,2 1-56,-3 1 1,5-2 307,0 0 0,-1 0-111,1 2 0,0-1 8,-5-1 1,-2 1-163,-3-1 1,-6 1 67,-3 1-51,-6 0 0,-8 0-96,-5 0 0,-3 0-17,-4 0 0,-5 0 63,-1 0 1,-5 0-198,-2 0 0,0 0 27,-4 0 1,0 0 106,-2 0 0,-2-1 18,-2-1 0,2 2-3,-5-3 0,2 1 49,-1-1 0,-1-1 4,1 2 1,2-3 35,2 1 0,5 0 149,3 0 0,3 0 0,4 0 1,5-1-66,4 3-91,5 0 1,2 1-5,3-1 0,5 1-94,4-1 0,3 1 28,3 1 1,3 0-156,5 0 1,0 0 111,4 0 0,-1 1 36,4 1 0,2 0 151,2 2 1,0 0-98,-2 0 0,1 1 221,-1 0 0,1 0 16,-1-1 0,-2 1-6,-6-3 1,-3 2-145,-4-1 1,-5-1-44,-5 1 1,-5-3-227,-6 2 0,-6-1 105,-8-1 1,-3 0-138,-2 0 0,-6-2 79,-3 0 1,-3-1-187,-3 1 0,-3 1 150,0-1 1,-2-1 84,0 1 0,-2-2 10,-2 2 0,-1-3 38,-1 3 1,4-2 80,5 2 1,4-2 193,4 1 0,4 1-28,7 2 1,5 0-9,8 0-454,3 0 229,2 0-132,12 0 1,-3 0 121,7 0 0,-2 0-19,2 0 1,2 0-5,0 0 0,0 2-12,0 1 0,-1-1-70,1-2 0,-2 0 25,-3 0 1,2 0 24,-4 0 0,1 0 47,-3 0 143,-2 0-221,-1 0 67,-9 0 1,-1-1 52,-6-1 1,1 1 129,1-1 0,-1-1-55,1 1 0,1 0-68,0 2 0,1-1 106,-1-1 0,2 1-192,-1-1 39,2 1 0,1 1-5,-1 0-215,1 0 343,-1 0-54,1 0 0,2 0 86,-1 0 0,4 1-37,-1 1-55,1-1 0,0 2 53,-1-3 43,2 3-50,-3 0-46,3 4 1,-2-1-18,-1 0 0,1 1-14,2-1 0,0 1 150,0 2 1,0-1-74,-3 3 0,3-3 36,-2 3 1,1-1-88,1 3 1,0-2 8,0 0 0,0-1-45,0 0 1,0 2-117,0-4 1,0 1 97,0-3 1,0 1-57,0-1 1,1-2-11,1 1 44,-2-4 29,3 5 14,-3-6 0,0 3 6,0-6 0,0 0 0,0-4-11,0 1 1,0-1 23,0-2 1,0 2-20,0-1 1,-2-2-9,0 2 1,-2-3 8,2 3 1,-3-3-99,0 2 0,2 0 93,-2 1 0,1 0-6,-2-3 1,2 3 35,-1-3 0,2 2 70,-2-1 1,0 2-34,0-1 1,3 0 136,-1 0 1,3 1-127,0 1 1,0-1 44,0-1-11,0 1-20,0 1-14,0 1-61,0 2-39,0 2-104,3 2-54,-3 2 1,3 2 232,-3 2 1,-1 1-60,-1-1 0,2 3-33,-3-1 1,3 4 34,0-2 0,-2 2 4,-1 1 1,1 0-14,2 0 1,0 0 5,-3 0 0,3 0-34,-2 2 0,1-1 39,1 1 1,0-2-66,0 0 1,0-3 35,0-1 1,1-1 85,1-2-148,-2 2-6,3-4 128,-3-1 171,0 0-162,0-8 0,0 2 13,0-3 0,0 1 21,0-1 0,0-1-46,0-2 0,1 2 9,1-2 1,-1 2-20,1 1 0,-1-1 0,2 1 0,-2 0-67,3-1 16,-2 1 0,3-1 31,-3 1-9,3-1 10,-2 1 11,4 0 8,-1-1-139,1 4-3,-4 0 48,3 3-26,-5 0 213,1 3 0,-2 0-123,0 4 0,0-1 97,-2 0 0,1 1-75,-1-1 1,-1 3 9,1-1 1,-3 1 5,3-3 0,-2 1 15,2 2 0,-1-2-17,1 2 1,1-2-11,-4-1 1,4 1 26,-1-1 7,-2 0-40,3 1 0,-1-3 61,2 0-25,0-2 1,2 1-22,3-3 1,0-1-1,2-1 1,2-1-38,2-1 1,4-2-9,2 2 0,1 0 29,2 0 1,2 3-7,1-2 1,4 3 102,1 0 0,5 0-90,-1 0 0,1 0 175,-1 0 0,3 0 45,-1 3 1,4-3 51,-1 2 1,-1 1-87,-4-1 0,0 1-9,0-1 0,-1-1-66,-3 1 0,-1 1-6,-6-1 0,-2 1-145,-4-1 1,0-1 49,-3 1 0,0-1-62,-6-1 0,1 0-64,-1 0-152,1 0 74,-1 0 44,-2 0-275,-2 0 265,-10-3 1,2 2-207,-7-1 1,-1 1 108,-3-2 1,-2 3-88,0-2 1,-3-2 79,-1 0 0,-3 0 228,-2 0 0,1 2-27,-3-2 1,2 0 179,-4 0 1,-1-1-49,-4 3 1,0-3 73,3 3 0,2 0 182,2 2 1,7 0-123,1 0 0,8 0 16,5 0-174,5 0 0,4 0-85,4 0 1,6 0 64,3 0 1,2 0-101,4 0 0,4 0 55,0 0 0,2 0-86,1 0 0,2 0 122,2 0 1,1 0-30,2 0 1,-1 1 262,0 1 1,0 1-31,3 1 1,-2 1-34,3-3 0,-2 3-82,0-1 0,-3 0 89,-1 0 0,-4-2 12,0 0 1,-3-2-80,-4 0 0,-3 0-87,-1 0 0,-4 0-10,-3 0-317,0 0 205,-5 0-53,0 0 0,-4-2-75,-1 0-31,-1 0 1,-4 1 111,1-1 1,-1 2-77,1-3 1,-1 3-23,1 0 158,0 0 0,0-1-82,2-1 77,-2 1 222,2-2-145,1 3 1,-1 0 289,2 0-324,1-3-147,-1 3 1,-1-3-205,-2 3 0,2 0 147,-1 0 0,-1-1 229,-4-1 0,-1 1-39,-3-1 1,0 1 120,-2 1 1,1 0-55,-4 0 0,1-2 238,-2 0 1,3 0-38,1 2 1,4 0-56,2 0 0,2 0 43,1 0-109,2 0 0,5 0-223,5 0 1,4 0-20,3 0 0,2 0 92,2 0 0,2 0 48,0 0 0,0 0-5,1 0 1,-1 2 57,0 0 0,-2 1 152,0-1 0,0 0 46,3 2 1,-4-2-38,-1 2 1,-1-1-12,-2 1 1,3-2-156,-3 2 1,2-2-127,-5 0 1,-1 1 109,-1-1 1,-1 0-175,0-2 48,-2 3-91,-1-3 1,-4 3 16,-1-3 1,1 0 24,-4 0 1,3 0-55,-2 0 1,2 1 167,0 1 0,1-1-13,-1 1 46,1-1 0,-2-1 285,3 3-291,0-3 0,0 4 166,0-2 67,0-1-150,0 2-149,0-1 54,0-1 1,1 2-17,1-3 0,-1 2-53,4 0-37,-4 0 138,5-2-56,-3 0 259,4 0-245,-1 0 1,-2 0-7,1 0-23,-4 0-9,2 0-87,0 0-248,-2 0 205,-4 0 1,-2 0 124,-6 0 1,1 0 47,-1 0 1,-3 0 16,1 0 1,-2 0 138,0 0 1,2 0-65,-2 0 1,-1-2 106,1 0 1,0 0-81,2 2 0,3-1 108,2-1 1,1 1-278,0-1 139,4 2 1,1 0-188,4 0 1,2 0 16,5 0 0,3 2-5,3 0 0,0 2 30,0-2 0,0 1-105,2-1 0,-1 0 158,1 2 1,-1-3 16,-3 2 1,-1-2 73,-1 1 0,1-1-19,-2 1 0,0-1 57,-2-1 0,-3 0-42,-1 0 1,-1 0 82,1 0 36,-3 0 27,2 0-151,-3-3 0,-2 1 3,0-2 0,-1 2-164,1-2 92,1 2-6,-2-3 0,3 4 3,-3-1-27,3-2 66,-3 3-4,3-4 59,0 4 27,0-5 28,0 6-109,0-6 1,0 4 98,0-2 1,-1 3-29,-1-1-12,1-2-59,-2 0 1,3 0 29,0 0-48,0 3 1,0-4-6,-2 2 25,1-2 25,-2 2-5,3-4 0,0 1-44,0 0 0,0 1 2,0 1-1,3 0 1,-2-3 0,1 1 8,-2 0 1,3-1-4,-1 1 1,0 1 21,-2 1-22,0 0 0,0-3 22,0 1 0,2 2-11,0-1 0,0 1 3,-2-2 0,0 2 58,0-1 9,0 1-86,0-2 1,1 0 7,1 2-106,-1-2 0,2 4 122,-3-2-55,0 3-36,0-5 18,0 2 0,0 0 9,0 0-10,0 2 39,0-3 7,0 4 86,0-5-96,0 6 57,0-6-21,3 5-9,-3-2 1,3 3-54,-3-2-5,0 1 29,0-2 0,0 0 1,1 2 69,1-1-50,-1 2 0,2-1 14,-3-1-22,0 1-86,0-2-30,0 0 69,0 3-19,0-3 0,0 1 99,2-1-31,-1 1 16,2 2-3</inkml:trace>
  <inkml:trace contextRef="#ctx0" brushRef="#br0" timeOffset="10307">1207 354 12263,'-5'0'-44,"-5"-1"-43,1-1 0,-2 1 76,0-1 1,-3 1-1,-1 1 1,0 0-4,2 0 1,0 0-41,0 0 1,1 0 26,-1 0 1,0 0-47,0 0 1,1 0 2,1 0 1,-1 2 4,2 0 0,0 1-90,2-3 155,-2 0 0,3 0-6,-2 0 1,4 0-2,1 0 234,2 0 42,0 0-227,7 0 0,-3-1-6,5-1 0,-2 1 4,1-1 0,1-1-39,-1 1 1,0-1-7,1 1 0,-1 1-81,1-1 0,-1 1 90,0-1 1,1 1-131,-1-1 0,3-1 70,-1 1 0,1 0 30,-3 2 1,1-3 9,-1 1 1,1 0-4,-1 2 1,0-1 62,1-1 0,-1 2 126,1-3 0,-1 3-45,1 0 0,-1 0-72,0 0-45,1 0 1,-1 0-5,1 0 1,-4 0-3,-1 3-9,2-3 0,-3 3-216,4-3 139,-4 3-58,2-2 200,-3 2-81,-3-3 1,2 0-18,-4 0 57,1 0 1,-5 0 5,1 0 1,-1 0 18,3 0 1,-3 0 8,1 0 0,-3 0-23,3 0 1,-3-3 3,2 1 0,-2-1-61,0 1 1,-1 2 47,-1-3 1,3 1 36,-1-1 1,2 1-32,-1-1 1,3 2 22,0-3-209,1 2-78,5-3 1,-1 2 114,4-1 0,2 1-64,2 3 1,3 0-18,2 0 0,0 0 66,0 0 0,1 0 176,-1 0 1,0 0 16,0 0 1,0 0 180,-2 0 1,0 0-111,0 0 1,-2 0 155,1 0 0,0 0-102,-2 0 1,0-2-42,1-1 0,1 1-114,1 2 1,-1 0 88,-1 0 1,-1 0-199,1 0 0,-1 0 46,1-3 0,-3 3-58,-2-1 48</inkml:trace>
  <inkml:trace contextRef="#ctx0" brushRef="#br0" timeOffset="10304">1200 276 11698,'0'7'18,"0"-1"-82,0 1 0,0-1 215,0 1-56,-3-4-53,3 0 571,-3-3-576,3-3 0,0 0 21,0-4 0,0 1 8,0-1 0,0 1-87,0 0 1,0 5 20</inkml:trace>
  <inkml:trace contextRef="#ctx0" brushRef="#br0" timeOffset="10303">1194 276 9791,'0'7'-664,"0"6"664,0-3 0,0 2 0,0-2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21:34:41.6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2093 418 9154,'0'-1'71,"-3"0"70,2 0-10,-1-1-116,1 0 204,-2 2-337,0 0 193,3 0-187,-6-3 0,5 2-9,-4-1 1,3 1 151,-2 1 70,2 0-84,-3 0 132,1-3 0,-2 3-31,-1-3-108,1 3 1,0 0 0,-1 0-79,1 0 0,-1 0 1,-1 0 65,-1 0 1,-2 0 0,2 0-64,-1 0 0,0 0 1,-3 0-155,0 0 201,0 0 0,0 0-87,0 0 1,3-2 0,7 1 87</inkml:trace>
  <inkml:trace contextRef="#ctx0" brushRef="#br0" timeOffset="-1">1854 392 8744,'-10'-1'-53,"1"1"31,1-2-44,1 1 395,4-2-251,0 3 67,3 0 0,6 0-124,2 0 1,1 0 2,-1 0 0,1 2-62,0 0 0,2 0 80,-3-2-44,4 0 1,-4 0 0,1 0 0,1 0-29,-2 0 1,1 0-1,0 0 1,0 0 16,1 0 0,-1 0 0,-1 0-6,0 0 1,1 0 0,-2 0 0,1 0-22,0 0 0,1 0 20,-3 0 25,1-2 1,-3 1-1,0-1-16,1 1 0,-1 1-12,0 0 104,-2 0 114,0 0-272,1 0 139,-2 0 17,5 0 74,-6 0 1,6 0-25,-2 0 2,-1 0-92,3 0 0,-5 0 198,4 0-210,-4 0 0,3 0-20,-2 0 85,-2 3-146,3-2 1,-2 1-29,1-2 56,-1 0 312,2 0-257,-9 0 103,-1 0 1,-5 0-1,0 0 17,-4 0 0,-3 0 1,-2 0 25,-2 0 0,-6 0 1,-2 0-172,-3 0 1,-5 0 0,1 0-40,-2 0 1,1 0-1,1 0 45,-1 0 1,-1 0-1,-1 0 106,1 0 1,1-2 0,0 0-27,-2 1 0,0-2-39,-2 1-7,2-3 0,5 4 1,2-1-1,0 1-98,0 1 0,4 0 0,0 0 47,3 0-196,4 0 0,0 0 1,3 0-1,2 0 63,4 0 0,1 0 66,4 0 1,1 1 0,1 0-848,1 1 122,2 1 164,2-3 566,2 0 0,5 0 0,4 0 139,2 0 0,2-1 0,1-1 81,1 0 1,3 0-137,3 2 0,4 0 0,-2 0-74,2 0 1,1 0 0,-1 0 28,1 0 0,1 0 0,0 1 118,-3 1 1,0-1-67,0 4 1,-2-3 0,-1 1 160,0 0 0,-1 0 0,-4-2 59,0 2 0,-3-1 1,-3-2 135,2 0 1,-3 0-231,-1 0 0,0 0 0,-2 0 181,0 0-273,-2 0 106,-1 0-247,-3 0-25,-6 0 72,-1 0 64,-6 0 0,0 0 1,0 0 69,-2 0 0,-2 0 1,-2 0-58,0 0 1,-2 0 0,-2 0-11,1 0 0,-2 0 0,-2 0-24,1 0 34,-7 0 1,4 0 11,-6 0 0,2 0-174,-2 0 0,0 0 1,2 0-126,3 0 1,-1 0 0,3 0 61,2 0 1,0 0 0,4 0 99,0 0 0,1 0 0,2 0-18,1 0 1,0 0 3,4 0 0,-1 0 0,6 2-465,0 0 318,1 0 0,4-2 121,3 0 0,5 1 240,4 1 0,3-1 0,0 1 100,2-1 0,5-1-129,0 0 1,3 0 0,4 0 14,-1 0 1,3 2-1,1 0-45,0-1 0,-10 1-4</inkml:trace>
  <inkml:trace contextRef="#ctx0" brushRef="#br0" timeOffset="-3">791 418 9651,'-24'-3'-35,"-7"-1"-56,3-3 0,5 3-4,2 0 0,6 2-392,4 0 1,5 1-15,0 1 326,4 0 1,0 0-1,4 0-76,2 0 1,4-2 460,3 0 1,1 0-195,1 2 1,1-2 462,1 0 0,2-3-199,7 0 0,0 2 9,6-1 1,1-1 59,3-1 1,5-1-21,6 1 0,1 0-218,3-1 1,0 2-37,2 0 0,0 2-81,-2 3 0,-7-2 1,-5 0-17,-4 1 1,-1 0-1,0 1 52,0 0 1,-3-1-190,-1-1 0,-4 1 47,0-1 0,-3-1 72,3 1 1,-1-3 203,0 1 1,-1 0-14,-2 0 0,-1 1 1,-1-2 353,-3 0-464,-3 1 0,-6 0 38,1 0 1,-4-1-157,-1-1 0,-1 2 141,-1-1 0,0 1-130,0-2 0,0 1-469,0 1 304,0 3 100,-3-5 1,-3 5-1,-5-1 0,-1 1 1,-7 1-7,-2-3 80,-6 3 0,-3-3 0,-4 3 53,-3 0 0,0-2 27,-2 0-60,-5-3 1,2 3-1,-2-2 91,5-1 0,6 0-64,5 1 0,6-1 0,5 3 41,5 0 0,8 1-58,4 1 0,3 0 0,4 0 27,2 0 1,1 0 0,5 0 10,2 0 29,2 0 0,2 0 0,1 0 24,1 0-32,1 0 0,3-2-31,1 0 0,5-1 5,-1 1 1,4-1 79,1-4 1,3-1-3,3-1 0,4-2-45,0 3 0,-3-1-7,-4 0 0,-3 4-22,-3-1 0,-5 1 21,-3 1 0,-4 1 72,-5 3 0,-3 0 0,-4 0 22,-1 0-210,-1 0 201,-1 0 18,-4 0-78,3 0 200,-5 0-141,2 0-36,-1 0 60,-1 0-18,2 0-52,-12 0 1,3 0-139,-9 0 1,2 0 0,-4 0 29,-1 0 1,-3 1-47,-3 1 94,-1-1 1,-3 2 11,-2-1-17,2-1 0,-4 2 3,2-3 0,-1 0-3,-1 0 0,1 0 0,3 0-87,5 0 1,5 0 0,3 0 1,7 0-89,1 0 0,6 0 146,1 0 1,3 1 2,6 1 0,1-1 73,5 4 0,2-4-62,2 1 0,0 1 55,1-1 0,0 0-70,1-2 0,1 0 1,2 0-30,0 0 0,0 0-181,4-3 1,2 0-52,2-4 256,5 4-118,-10-3 0,6 3-16,-5-1 1,-1-1 11,-6 3 0,-3 0 99,-8 2-37,-3 0 0,-5 2 474,-4 0 1,-2 0-94,-2-2 0,-1 0-28,1 0 0,-2 0 0,-1 0 35,1 0 0,-1 0-28,0 0-169,-2 0-24,4 0 0,-5 0 0,0 0-71,-2-3 0,-2 3 117,-4-2 1,0 1-204,-1 1 0,-2 0-16,-5 0 0,-4 0 14,-2 0 0,-1 0-7,1 0 0,2 0 0,-1 1 45,3 1-41,5-2 0,4 3-319,8-3 130,3 3 252,4-2 1,3 2-1,3-3-15,3 2 0,4-1 24,1 1 1,0-1 138,3-1 1,0 1 91,1 1 0,3-1-99,0 1 0,2-2 23,-2 0 1,3 0-62,-1 0 0,4 0 0,2 0-181,2 0 0,2 0-192,5 0 215,0-2 0,3 1 47,1-1-241,2-2 1,-6 3 0,-5-1 236,-6 2-61,-8 0 441,-3 2 1,-12-1-197,-2 1 0,-6-1 226,-1-1 1,-1 2-46,-1 0-135,1 0 0,-1 1 2,0-1 0,0 2 0,0-2-8,0 0 0,-2 0-268,0 1 1,-2 1 84,0-2 0,-2 2-238,0-2 143,0 3 0,-1-4-19,1 1 1,0 0 0,1-1 51,3 1 0,1 0-76,5-2 1,1 1 91,4 1 8,1-1 1,4 2 78,1-3 0,2 0 0,5 0 149,2 0-133,1 0-61,1 0 0,0 2 39,2 0 0,1 0 1,2-2-58,-1 0 0,0 0 2,2 0 1,4 0-523,2 0 1,1 0 515,2 0 1,-2 0-220,-3 0 123,-1-3 0,-3 3 0,-3-2 118,-3 1-156,-6 1 528,-4 0 0,-5 0-102,-2 0 59,0 0 1,-5 0-186,2 0 1,1 0 0,-1 0 145,1 0 1,-3 0-5,1 0 0,-1 1 39,0 1-226,-1-2 1,-3 3-84,0-3 1,-2 0 0,0 0-236,-2 0 1,0 2 45,-2 0 0,1 1 0,0-3-281,1 2 403,2-1-2,0 2 1,3-1-166,1 0 157,2 0 0,5-1 106,2 1 0,4-1-126,2 1 109,2-1 1,3-1-49,-1 0 1,4 2 0,-2 0 9,2 0 0,2-2 29,1 0 0,-1 0 0,3 0-45,1 0-233,1 0 0,3-2 86,1 0 1,0-2-91,0 2 0,-2-3 96,1 3 1,-3-2 0,-3 2 90,-3 0 60,-6 2 264,-4-3 1,-4 2 0,-2-1 229,-3 1 1,-3 1-269,-4 0 1,-1 0 312,-1 0-353,-1 3 1,-1-2-95,0 4 1,2-3 0,-2 2 95,2 1 1,-3-1-135,1 0 0,0-2 173,0 2-313,0-2 0,0 4 66,0-2 0,1-1 0,-1 0-81,2-1 0,3 0-423,1 2 216,1-3 78,0 2-96,3 0 459,5-2 1,4 2-85,3-3 0,1 2 4,3 0 0,-2 0-49,4-2 103,3 0 1,0 0-90,3 0 1,2 0 0,3 0-137,1 0 0,1 0-131,1 0 0,3 2 104,0 0 0,-1 1 144,-3-3-40,-2 2 1,-9-1 500,-2 1-323,-3 2 1,-8-3 87,-5 1 0,-3-2-31,-5 0 1,0 0 428,0 0-457,1 0 0,-1 0 0,-1 0 51,-1 0 0,2 0-319,-2 0 0,-2 1-360,0 1 0,0-1 543,-2 1 0,1 1 22,-3-1-181,1 0 1,1-1 23,-1 1 0,2-1 1,1 1-16,2-1 0,4-1-35,2 0 1,2 0-33,1 3 60,2-3 88,4 3 0,6-2 1,3 0-31,1 1-9,1 0 55,2 1 0,0-2-36,2 1 1,0 0-1,2-1-11,0 1 1,2 0-183,0-2 1,3 0 117,2 0 0,-1 0 4,0 0 1,0 0 0,0 0 293,-1 0-117,-5 0 1,-4 0-80,-5 0 856,-3 0-598,-3 0 1,-7 0 0,-2 0 74,-2 0 0,-2-2-158,-1 0 0,-1 0 13,0 2 0,-2 0-238,0 0 1,-1 0 119,1 0 0,1 2 43,-3 0 1,1 1 0,-2-2-816,1 2 309,0 2 213,-6-5 1,4 4-51,0-2 1,2-1 75,2 4 1,4-3 0,-2 1 35,3 0 0,4-1-200,2-2 116,2 3 278,2-2 0,6 4 0,3-3 1,2 0-107,0-2 1,1 0 81,1 0 0,-1 0-52,1 0 0,2 0-12,0 0 0,3 0 7,-1 0 0,2 0 0,3 0-144,1 0 0,2 0-137,1 0 1,-3 0-39,-2 0 308,-1 0 1,-4 0-9,-3 0-102,-4 0 375,-5 0 0,-2 0 0,-4 0-81,-2 0 1,-5 0 33,-1 0 0,-5 0-20,0 0 1,0 0-47,0 0 1,1 0-134,-1 0 1,-1 0 97,2 0 0,-2 0-345,1 0 0,1 0-23,-3 0 1,2 0-1,-2 0 49,1 0 1,-1 0 138,0 0 1,1 0-21,1 0 1,1 0 201,2 0-301,2 0-216,0 0 343,7 0 193,0 0-129,9 0 0,-1 0-16,5 0 0,2 2-5,3 0 0,-2 1 0,3-1-39,0 0 0,-2 0 145,3-2 0,-1 0-80,3 0 1,-3 0-27,6 0 1,-4 0 16,3 0 0,0 0-7,1 0 1,-5-1 104,3-1 1,-6 1-96,-1-1 1,-3 2 0,-5-1 611,0-1-412,-3 1 1,-2-2 192,-2 3-331,-2 0 0,-4 0 71,-1 0-3,-2 0 0,3 0-137,-3 0 0,0 1 1,-1 0 67,-1 1 1,-1 1-83,-1-3 1,-1 0-104,-3 0 1,1 2 29,1 0 1,0 0-102,-2-2 1,0 0 10,0 0 0,2 0-25,2 0 0,4 2 249,0 0 0,3 0-85,0-2 138,3 0-178,3 0 0,7 0 286,1 0-110,2 0 0,-1 0 0,1-2 53,0 0-119,4 0 0,-4-1-8,2-1 1,1 0 0,2 0-134,0-1 0,0-3 0,1 0-9,1 0 1,0 1-29,-2 0 0,2-1 136,0-1 0,-1-1-39,-3 1 0,-2 0 145,-2 3 1,-2-3-58,0 1 1,-2-1-34,-3 3 1,0-1-1,0-1-249,0-1 235,0 1-274,0 1 172,0 1 0,0 0-82,2-1 1,0 3 145,2 0 1,-2 2-1,2-1-87,1 1 0,1 1-102,1-1 123,-1-2 1,0 3 123,1-1 1,-3-1-205,0 1 172,-2 0 141,1 2 0,-1-1 28,0-1-50,0 2 106,-2-3-23,-3 8 0,3-2 1,-3 3 52,3 0 0,0 2 0,0 0-59,0 0 0,-2 2 168,-1 1-252,1-2 1,2 3 0,0-1 98,0 1 0,0 1 52,-3-1-292,3-2 1,-3 2 0,3-4-108,0 0 0,0 1 37,0 0-121,0 0 154,0-3 68,0-2-53,0-2 1,0-2-1,1-2-198,1-3 215,-2 2 1,3-2 0,-3 0-83,0 0-52,0-2 148,0 1 1,0-1-5,0-2 1,0 4-13,-3-1 1,0-1 0,-4-2 84,1 1 1,-3 1-19,-2 1 1,-5-1-30,-3 1 1,-4 0 28,-7-1 1,-4 0-32,-6-2 0,-6 2 0,-6-1 241,-5 1-120,2 0 1,-2 1 633,6-1-483,-1 4 0,1-1-67,0 2 0,5 1-86,3-1 1,6 2-457,3 0 0,3 0 1,3 0 192,2 0 0,4 2-228,7 0 0,5 2-236,1-2-44,2 0 560,3 1 1,2-2-123,4 1 1,2-1 523,2-1 0,4 0-80,0 0 1,3 0 63,2 0 0,1 0-113,4 0 0,2-2 1,3 0 44,3 0-210,2 1 1,4-1 0,3 0-208,0 1 169,0 0 1,1 1-1,2 0-51,0 0 82,-4 0 0,2 0-39,-9 0 277,0 0 0,-7 0 25,-3 0 466,-5 0-301,-8 0 1,-6 0-165,-4 0 0,-4 0-113,0 0 0,-6 0 42,1 0 0,-4 0-127,0 0 0,-2 0 0,-3 0-187,-1 0 66,-5 0 0,2 0 40,-2 0 0,-2 0-125,-2 0 122,0 0 1,-9 0 65,1 0 0,-2 0-83,0 0 1,2-2 0,-2 0 22,1 0 1,3 1-115,2-1 0,2 1-58,9-1 1,1 1-169,7 1 0,2 0-570,4 0 283,2 0 912,6 0-266,0 0 0,4 0 258,3 0 0,4 0-175,4 0 1,2-1 171,1-1 0,2 2-121,4-3 1,3 2 0,4 0 24,2-2 1,3 1 7,1 2 1,3 0 156,0 0-643,0 0 0,2 0 271,-1 0 1,-2 0 206,-2 0-136,-4 0 1,-2 1 170,-4 1 0,-6-1 281,-5 1 444,-6-1-431,-4-1 0,-12-1-477,-2-1 0,-5 0 120,3-2 1,0 3-146,-4-1 1,-3-1-38,-4 1 0,-1-1 15,0 3 1,-4-2 0,-1 0-197,-4 1 134,-2 0 1,-5 1 16,-2 0 0,-1 0-88,-1 0 1,-1 0-654,1 0 553,4 0 0,6 0-260,3 0 1,5 0 182,2 0 1,7 0 50,3 0 51,4 0 0,8 1 443,0 1 1,4-1-22,3 1 1,2-2 143,7 0 0,-1 0-92,5 0 1,0 0-64,3 0 0,2 0 66,1 0 1,2 0-66,1 0 1,2 0-184,-1-2 1,5-1 88,0-2 1,5 1-189,3 1 0,2-2-14,-2 1 0,0 1 1,1 1 18,0 1 111,-4 1 1,-3 0-1,-8 0-16,-4 0 20,-5 3 0,0 0-46,-4 1 316,-5-1-135,-5 0 0,-4-2 245,-1 1 1,-2-1-152,-5-1 1,-1 0 12,-5 2 0,-2-1-292,-2 1 0,-3-1 130,-2-1 1,-4 0-133,-4 0 1,0 0 82,-2 0 0,-2-1 0,-1 0 112,-3-1 0,-5-2-255,-4 1 0,1-1-33,1 2-119,2-3 0,2 4 1,2-3-611,4 1 667,4 1 0,13 2 43,3 0 1,5 0 164,4 0-134,3 0 1,5 0-115,5 0 92,0 0 1,5 2 354,0 0 1,5 3 34,2-3 0,3 1 49,1-1 0,2-2 0,3 3 23,2-3 0,2 0 62,4 0 0,2 0-188,5 0 0,1 0-25,3 0 0,3 0 18,1 0 0,1 0-1,2 0 1,-7 2-55,-2 1 1,-6 1-135,-5-2 1,-3 2 81,-4-2 1,-4 0-137,-2-2 0,-4 0 55,0 0 0,-3 0-66,-2 0 0,-1 0 0,1 0-71,-1 0 1,0 0 71,-3 0 72,1 0 1,-3 0-33,0 0 32,-2 0 1,1 0-40,-1 0 276,-1 0-188,2 0 1,-7-2-202,-2 0 0,-6 0 104,-5 2 0,-5 0 138,-1 0 0,-8 0-248,-3 0 1,-3 0 100,-2 0 1,-2 0-48,-2 0 0,-6 0 0,-3-1-393,-2-1 352,-2 1 1,-1-1-230,-1 2 1,2 0-44,2 0 0,4-1 148,7-1 1,3 1 25,6-1 191,3 1 1,10 1-1,3 0 314,7 0-317,3 0 148,5 0 1,1 0 135,6 0 0,2 2-119,7 1 0,1-1 239,3 0 0,4-1-111,0 1 1,4-1 191,3-1 1,4 0-111,5 0 1,3 0 30,3 0 1,3 0-61,3 0 1,8 0-87,7 0 1,4 1-55,-2 1 1,2 1 0,-1 5 232,-2 0-340,-9 2 0,-5 1-89,-10 0 0,-5-2-672,-2 2 655,-4 1 1,-7-4-131,-6 3 1,-4-3 0,-5 0 61,-3-1 1,-4-2 229,-1-1 0,-6-3 416,-5 1 0,-7 1-250,-5-1 1,-6 1-1,-3-3 1,-3 0-66,-6 0 0,-5 0 133,-5 0 0,-1-3-11,-4 1 1,0-3-112,-4 1 0,-5-2 1,-4 1-1863,-1 0 1090,1 0 0,9 1-1032,5-2 1067,3 2 0,9-1-136,2 3 1,9 0 279,9 2 0,8 0-93,4 0 362,6 0 0,3 2 0,4 1 69,2 0 0,6 0 114,2 1 1,5-3 265,4 1 1,2 1 310,3-1 0,4 3-321,4-3 1,2 2 468,4-2 0,5 2-264,2-1 0,5-1-122,6 1 1,2-2-213,8 3 0,0 1-112,0 1 1,-1 0-340,-3 1 1,-12-1 220,-7 1 1,-11-1-246,-8 0 0,-6 0 0,-6-1 111,-5-1 0,-4-2 12,-7 0 0,-3-1 939,-6-1-538,-2-3 0,-10 1 0,-3-2 1,-3 0 44,-5-3 0,-5 2 143,-4 1 0,1-2 39,-3 2-649,1 1 1,-8-2 237,-1 3 1,0-3 0,-5 2-537,1 0 1,1 1 120,0-3-266,2 4 1,12-2-1,7 3 151,7 0 1,6 0-237,7 0 1,4 1 294,7 1 0,1-1 91,3 4 0,3-3 187,4 2 0,3-2 122,5 3 0,2-3 291,4 2 1,3-3-269,4 2 1,4-1 731,4 1 0,3 1-355,1-2 0,5 1 366,4-1 0,8-1-298,2 4 0,6-3-207,2 2 0,-2 0-119,-3 3 1,-6-1 36,-9 1 0,-12-1-212,-11 0 0,-9 1 185,-4-1-9,-4 1 0,-4-4-187,-3-1 1,-3-1-185,-6-1 1,-4-1 792,-4-1 0,-2 1-192,-2-4 1,-2 4-252,-3-1 1,-5-1 61,-1 1 1,-4 0-290,0 2 1,-4 0 135,-2 0 0,-1-2-130,-4 0 0,1-1-42,1 1 0,1-1-58,-1-2 0,5 0-125,4 3 0,8-2 143,5 2 0,6 0-239,4 2 306,6 0 0,7 0-230,4 0 1,5 0 57,1 3 1,6-1-3,3 3 1,2 0 56,4 0 1,1-2 237,6 2 1,-1-2 513,3 1 1,0 0-354,0-2 1,5-1 251,6 1 1,0-1-187,5-1 1,-5 0 179,-3 0 1,-3 0-132,-7 0 1,-9 0 326,-6 0-255,-9 0 1,-8 0 0,-4 0 0,-7-3-147,-1 1 0,-6-2-316,-2 2 1,-2-1-165,-6 1 1,-4 1 168,-2-1 79,-6 1 1,3-1 78,-8 0 1,-2-1-31,-4 1 0,-2 1-5,-1-4 0,2 3-707,5-2 0,2 3-554,9-2 1,4 3 0,10 0-2405,2 0 3666,5 3 0,0 0 0,2 4 0</inkml:trace>
  <inkml:trace contextRef="#ctx0" brushRef="#br0" timeOffset="17673">2122 32 9726,'0'2'53,"0"0"208,0 1-114,0-1-52,0-1 0,0 3 28,3-2 1,-3-1 86,2 4-80,-1-4-66,-1 5 0,0-5 54,0 3-28,0-2 2,0 3-166,0-1 109,0 2 62,0 1 1,0-1-24,0 1-46,0-4 1,2 3 15,0-2 1,1 0 29,-3 0-18,0 0-67,0 3 1,2-3 51,0 0 0,0 1 1,-2 1 0,0-2-89,0 1 0,1-3 69,1 2 0,-1-2-82,1 2 0,-2-1 89,0 1-95,0 0 1,0 0 75,0 1-11,0-1 37,0 2-50,0 1 30,0-1-17,0 1 0,0-1-80,0 0-66,0 1 142,0-1 0,0-1 1,0-1 1,0-2-3,0 2 0,0-2-19,0 3 15,3-4-6,-2 5 0,2-5-20,-3 3 3,0-2 7,0 4 0,1-4-48,1 3 56,-2 0 0,3-3-86,-3 2 68,0-2 18,0 3 0,0-3-74,0 2 0,0-3 46,0 2 17,0 0 1,0-2 95,0 4-56,0-4 0,0 3 23,0-2-19,0-1 1,0 2-33,0-1 15,0-1 0,0 3 3,0-2 0,0-2 1,0 4-3,0-2-104,0-1-393,0 2 299,0 0 183,0-3-36,0 3-223,-3-3 227,3 0-187,-3 0 92,0 0 231,2 0 283,-4 0-253,4 0 0,-5 0 100,2 0 1,-2 0-134,0 0 0,1 0 0,1 0-28,-1 0 1,-1 0-139,-3 0-20,2 0 1,-2 0 74,2 0 0,0 0 56,-1 0 34,1 0 1,-3 0 0,4 0-44,0 0 31,-1 0 0,1 0-20,-1 0 0,1 0 13,-1 0 0,1 0-26,0 0 1,-1 2 12,1 0 1,-1 1-48,1-3 1,0 0 43,-1 0 0,3 0-85,0 0 0,-1 0 63,-1 0 0,-1 0-7,1 0 0,0 0 50,-1 0 1,2 0-46,-1 0 1,3 0 47,-3 0 1,1 0-45,-2 0 0,1 0 1,-1 0 1,1-3 0,0 1-66,-1 1 0,1 0 82,-1 1-62,1 0 0,-1 0 0,1 0 4,0 0 0,-1 0-16,1 0 1,-1 0 28,1 0 8,0 0 1,-1-2-1,1 0 47,-1 0-50,1 2 0,-1 0 30,1 0 0,0 0 73,-1 0 0,0 0-32,-1 0 1,1-1 80,1-1-137,-4 1 1,4-2-9,-5 3-83,2 0 1,3 0 107,-1 0 1,1 0 0,-1 0-81,1 0 1,0 0 61,-1 0 1,1 0-27,-1 0 1,1 0 125,0 0 1,-1 0-111,1 0 1,-1 0 0,1 1 152,-1 1-137,1-1 1,0 2-56,-1-3 71,1 0 0,-1 0-71,-2 0 0,2 0-12,-2 0 73,2 0-36,-2 0 1,2 0-10,-2 0 1,2 0-21,1 0 1,-1 0 24,1 0 0,0 0-22,-1 0 1,1 0 46,-1 0 0,1 0-1,0 0 1,-1 0 0,1 0 22,-1 0 1,1 0 0,-1 0-46,1 0 1,0 0 6,-1 0 10,1 0 1,-1 0 0,1 0-6,0 0 0,-1 0 1,1 0 2,-1 0 4,1 0 0,-1 0 218,1 0-65,0 0 1,-1 0-99,1 0 0,-1 0-42,-2 0 1,2 0 0,-2 0 51,2 0-47,1 0 1,0 0 0,-2 0-83,0 0 1,1 0-1,-2 0-87,2 0 164,1 0 0,-3 0 1,1 0-21,0 0 1,1 0 0,0 0 104,1 0 0,-3 2-47,1 0 1,-1 0-38,3-2 0,-1 0 12,1 0 0,-1 0 10,1 0 0,0 0-48,-1 0 0,1 0 67,-1 0-132,-2 0 1,2 0 100,-2 0 0,2 0-7,-2 0 0,4 0-62,-1 0 1,1 0-3,-2 0 0,1 0 47,-1 0 0,1 0-3,0 0 1,0-1-36,2-1 1,-2 2-58,2-3 168,-2 3 1,-1 0-68,1 0 1,0 0-2,-1 0 0,3 0 0,0 0-15,-1 0 14,-1 0 1,0 0-1,-1 0 120,1 0-116,-1 0 1,1 0 62,-1 0 1,1 0-57,0 0 1,-3 0 28,1 0 0,-1 0-42,3 0 1,-1 0 6,1 0 1,-1 0-1,0 0-52,-1 0 62,1 0 0,-3 0-24,4 0 0,-3 0-5,1 0 1,-1 0-48,3 0 0,-3-2 57,1-1 0,-2 1-141,2 2 1,0 0 85,-3 0 0,3 0 41,-3 0 0,3 0 41,0 0 0,0 0-62,-1 0 1,2 0 147,-1 0 0,1 0-86,0 0 0,1 0-17,-1 0 1,1 0 12,-1 0 0,1 0-204,0 0 164,-1 0 0,1 0-346,-1 0 283,1 0 0,0 0-193,-1 0 207,1 0 1,-1 0-8,1 0 181,-1 0 1,1 0-54,0 0 1,-1 0-21,1 0 1,-1 0-37,1 0 0,0 0-61,-1 0 40,1 0 1,-1 0-5,1 0 0,-1 0 32,1 0 0,0 0-11,-1 0 23,1 0 0,-1 0 0,1 0-14,0 0 1,-1 0 9,1 0 1,-1 0 20,1 0-4,-3 0 1,2 0-5,-2 0 0,2 0-3,0 0 0,3 0 1,0 0 125,-1 0 1,1 0-76,0 0 0,2 0-21,-2 0-65,2 0 4,-3 0 0,1 0 14,-2 0 19,2 0 0,0 0 46,2 0-19,-1 0-16,-4 0 0,3 0-7,0 0-99,2 0 0,-1 0 105,1 0-283,1 0 159,-2 0 1,1 0-37,0-3 321,0 3-179,-1-3 1,1 3 76,-2 0-139,3 0 159,-5 0-106,2 0 1,0 0 71,0 0 1,2 0 3,-3 0-123,4 0-145,-5 0 0,5 1 65,-3 1 0,1-2 104,-1 3 1,2-3-83,-2 0 1,2 0-86,-3 0-1,4 0 1,-4 1 283,3 1-183,-3-1 1,3 2 181,-2-3 0,3 0-45,-1 3 1,0-3 110,0 2-136,1-1-21,-2-1 0,3 2-8,-2 0 19,1 1-234,-2-3 105,0 2-15,2-1 92,-1 2-39,-1-3-58,2 0 196,-2 0-93,9 0 33,-2 0 0,5 2 1,-2 0 1,0 0 0,1-2 0,0 0 1,4 0 31,-2 0 1,3 0-39,-1 0 0,1 0-129,0 0 1,0 0 93,0 0 0,-3 0 2,-2 0 171,2 0-167,-3 0 163,3 0-145,-7 0 25,0 0 0,-4 0-32,-1 0 0,-1 0 5,-4 0 0,1 0-79,-1 0 1,0 0 54,-1 0 0,0 0-30,-3 0 1,1 0 39,0-2 1,-3 1 163,3-1 1,-2 1-101,2 1 1,-3 0-4,3 0 0,0-2-25,-1 0 0,1 0 5,-1 2 1,2 0-17,3 0 0,0-1 49,2-1-193,-2 1 39,5-2 96,4 3 1,2 0-113,3 0 1,0 0 65,0 0 1,0 0 12,3 0 0,-2 0 0,1 1-20,2 1-72,0-1 1,3 2 158,0-3 0,0 2 0,-3 0 5,1-1 1,2 1 156,0 0 1,-2-1-81,-2 1-44,-3 1-32,1-2-14,-6 2 1,-7-3-77,-4 0 98,-5 0 0,5 0-24,-3 0 1,3 0-1,-2 0-407,0 0 276,-1 0 0,2 0 1,-3 0 142,2 0 26,2-3 1,-4 2-9,1-1 0,1 1 94,-1-1 0,4 1 0,-3-1 149,1 1-141,2 1-77,-2-3 46,5 2 0,3-1 90,5 2 0,1 0-104,6 0-30,-1 0 0,6 0 79,1 2 0,2-1-73,0 1 1,1 1 261,1-1 0,1 2-87,2-1 0,1 1 134,-2-2 1,-4 1-132</inkml:trace>
  <inkml:trace contextRef="#ctx0" brushRef="#br0" timeOffset="15">731 418 8854,'-5'-1'-57,"-6"1"-57,-2-2-74,-2 0 0,0 0 74,2 2 1,0-3-133,-2 1 1,1 0 95,-4 2 1,3-2-73,-2 0 0,0-1 74,-2 1 1,0 1-159,2-1 0,0-1 306,2 1 0,0 0-63,2 2 1,3-2 30,1 0 32,2 0 176,4 2 155,0 0-36,8 0 0,0 0-107,3 0 0,2 0 90,-2 0 1,1 0-54,0 0 0,-1 0 143,2 0 1,-1 0-40,2 0 1,-1 0-105,0 0 1,2 0-131,-1 2 0,1-1 53,-2 1 1,2-1-156,-1-1 0,1 0 70,1 0 1,0 0-189,0 0 0,-1 2 66,1 0 1,0 0-82,0-2 1,-2 0-19,-1 0 1,-1 0 33,2 0 0,-3 0 49,3 0 0,-3 0 39,0 0 0,1 0-25,0 0 0,0 2-30,-3 1 230,0-1-198,1-2-282,-1 0 13,-2 0 71,-1 0 0,-4 0-758,-1 0 706,-2 0 1,-2 0 74,-1 0 0,1 0 234,0 0 0,-1 0 0,1 0 0,-1 0 0,1 0 0</inkml:trace>
  <inkml:trace contextRef="#ctx0" brushRef="#br0" timeOffset="9691">770 32 11948,'-18'2'-51,"-1"0"-52,-1 1 1,-4-3-1,-1 2-20,-2 0 26,-5 0 0,-3-2 0,-5 1-198,-3 1 0,-1-1 127,-8 1 0,8-2-43,-1 0 1,6 0-24,5 0 121,2 0 0,11 1-474,4 1 95,7-1 381,7 5 0,6-6 124,1 3 0,3-1-11,1 1 1,0-1 201,3-2 1,2 0-168,4 0 0,0 0 348,0 0 0,2 0-52,3 0 1,4 2-111,0 0 1,1 0 26,-2-2 1,4 0-7,1 0 0,6 0-205,3 0 0,1 1 85,1 1 1,-3-1-154,1 1 0,-3 1-43,-6-1 0,-4 1-61,-8-1 202,-6-2-38,-5 3 0,-5-3 251,-4 0 1,-2 0-80,-5 0 0,1 0 30,-3 0 0,1 0-88,-3 0 1,-3-2 0,0 0 125,-1 1-234,-4-3 0,3 3-114,-5-1 1,-2-1-69,-5 1 1,2-2-1,-5 2-45,0 0 151,-2 2 1,-6-2-25,-2-1 1,-1-1-280,2 2 295,3-3 1,5 4 0,4-2-150,2 1 1,7 1-430,4-1 166,9 1-182,-1 1 242,9 0 1,-3 2 441,6 0 0,2 1 0,5-1-443,-1 0 432,2 0 0,5-1-52,1 1 1,1-2-1,2 3 251,2-3 0,1 2-181,2 1 1,4-1 168,1-2 0,4 0-36,2 0 0,4 2-79,1 0 1,2 2-79,0-2 0,-2 3 21,0 0 1,-8 0-10,-5 2 1,-8-3-5,-5 0-5,-4-2 474,-5 1-140,-3-3-293,-11 0 0,2-1 0,-7-1 0,0 0 0,-4-1-66,-1 0 1,-1-1-9,-4 1 1,-2 1 82,-2-1 0,-3 2 31,-5-3 0,2 2-51,-3-3 1,-4 3-150,-2-2 0,-3 2-62,-2 0 57,4-1 0,-3 2-361,8-1 116,-2 1 0,10-1 129,0 0 0,7 0-289,3 2 1,7 1-174,4 1 346,5-2 0,2 5 189,4-2 1,2-1 0,5 0 33,1 0 140,5 0 1,0 0 0,2 0-77,3 0 0,0 1 213,4-1 1,2 2-118,1-2 1,5 2 297,0-1 0,3 1-166,6-2 0,7 2-26,5-2 1,4 3-34,0-3 0,2 3 24,-1-1 1,0 0 279,-7 0 0,-7-1-129,-7 2 1,-7-2-25,-5-1 0,-3-1 64,-7 1-358,-3-1 198,-9-1 1,-3 0 0,-5 0 141,-2 0-127,-3-3 1,-4 2-1,-2-1 541,-3-1-574,0 2 0,-9-3 65,0 2 1,-3 2-408,-3-2 1,-2 1 184,-2 1 0,-3-2-329,0 0 0,-6-1 193,-2 3 0,-2-2-416,-2 0 0,2-1 50,2 1 0,1 1 196,3-4 1,11 4-44,7-1 0,7 1 83,5 1 1,7 0-35,1 0 1,6 1 103,1 1 0,6-1-116,4 4 0,3-3 145,2 2 0,2-2 161,5 3 0,-2-3 352,4 2 0,3-2-256,5 2 1,0-2 547,2 3 1,2-3-352,0 2 1,6-2 120,5 0 0,3 1-74,5-1 1,-1 2 187,1-2 1,-4 3-274,0-1 1,-12 0-1,-6 0 116,-7-2-271,-6 3-209,-7-4 241,-7 2 0,-6-3 1,-5 0 175,-3 0-191,-2-3 1,-6 2 0,-1-3 56,-1 1-103,-7-2 0,0 4 0,-6-3-483,-2 1 284,-4 1 0,2 0-27,-4 0 0,-6-1 1,-3 2-227,-4-1-29,-4-3 0,-1 4 13,-3-1 135,0-2 0,9 3-159,6-1 1,7 1-32,8-1 1,6 1 112,5-1 0,7 1-313,1 1 372,6 3 0,3 0-21,4 1 0,3 1 183,3-3 0,4 3 95,3-3 0,4 1 381,0-1 1,1-2-263,4 3 1,0-1 720,4 1 0,2-1-435,7 1 1,0-2 117,5 3 0,5-2-104,4 3 0,7-1-99,9 2 0,0 3-228,3-1 0,-3 3-161,-8-2 1,-4 2-50,-8 0 0,-13-2 157,-6 0 1,-12-3-188,-5-2 116,-6-1 0,-3-3 303,-4 0 1,-5-1 9,-3-1 0,-6 1 33,-3-3 1,-3-1-25,-4-1 1,-3 2 166,0-1 0,-7 3-342,-5-2 1,1 2 0,-5-2 293,1 1-415,-3-2 0,-6 4 118,-6-3 0,-1 0-715,-4 0 1,4-2-76,1 2 1,3 1-80,3 1 0,8-1 0,7 1 164,9 0 1,6 2 230,6 0 1,7 1 34</inkml:trace>
  <inkml:trace contextRef="#ctx0" brushRef="#br0" timeOffset="2574">11 233 9522,'1'0'-9,"14"2"-90,4 3-1,5-3 33,1 2 0,3-2 498,2 2 0,2 0-152,3 0 202,3 2 0,5-5-223,4 4 1,2-3 401,4 2 1,3-2-197,4 2 1,0 1-230,4 1 0,-11 1-48,-4-1 0,-9 0-89,-10-2 0,-7 2 234,-6-2-23,-6-1 338,-5 0 0,-6-3-225,-7 0 1,-3 0-87,-5 0 1,-2-1-150,-4-1 0,-5 0-128,-7-2 0,1 3 13,-5-1 0,-2-1-161,-4 1 0,-2-3 230,-2 3 0,-1-2-507,-3 2 1,-3-1-705,1 1 1,-1 0 546,0-2 1,11 3-266,2-2 1,12 3 299,5 0 1,6 0-261,4 0 295,3 0 22,4 0 0,8 0 153,6 0 1,3 2 218,4 0 0,6 1-30,3-1 0,2-1 175,1 4 1,3-3 409,3 2 1,2-2-313,4 3 0,4-3 508,5 2 1,4-2-303,0 2 1,3 1-63,1 1 1,0 0 178,-6-2 1,-6 2-22,-11-2 1,-6-1 194,-7-1-307,-3 2-45,-9-4 0,-2 3-71,-7-3 0,-2 0-265,-5 0 0,-3-1 78,-5-1 0,-5 2-11,-1-3 0,-7 1-341,-2-1 1,-3 1 207,1 2 0,-1-2-54,-4 0 1,-2 0 26,-2 2 1,-1-1-48,-1-1 0,0 1 54,0-1 1,2 1-251,2 1 0,7-2 24,8 0 0,6 0-309,5 2 183,2 0 125,6 0 0,4 2-44,7 0 0,5 0 139,1-2 1,4 3 57,1-1 1,4 0-44,0-2 0,1 2 342,4 0 0,-1 0-161,3-2 1,3 0 415,3 0 1,1 0-222,3 0 1,1 0 33,4 0 0,4 1-90,4 1 1,-3 0-41,-3 2 1,-6-2 40,-9 2 1,-4-2 43,-10 3 27,-1-4 1,-11 2-94,-2-3 1,-3 0 309,-6 0 0,-1 0-75,-2 0 1,-5 0 63,-2 0 0,-2-1-229,-4-1 1,-3 1 54,-6-1 1,-2 2-344,-3 0 0,-3-3 140,-3 1 0,0-1 10,-4 1 0,0 2 96,-3-3 0,4 3-267,1 0 1,8 0-128,4 0 1,9 0 154,7 0 1,3 0-185,5 0 249,3 0 7</inkml:trace>
  <inkml:trace contextRef="#ctx0" brushRef="#br0" timeOffset="2572">6 368 15670,'5'2'-188,"5"0"-185,0-2 1,3 0 80,-1 0 1,1 0 206,0 0 1,-1 0-62,-1 0 0,-2 0 201,-2 0-51,-1 0-92,0 0 1,-3 2-44,-3 0 95,-3 1 1,-3-3 7,0 0 1,1 0-4,1 0 198,0 0-165,-3 0 55,1 0 1,0-1-143,2-1 0,-1 0 70,3-2 1,-3 0 348,3-3 0,-2-1-147,2-1 0,-2-2-7,2 3 1,-1-3-86,3 0 1,0-1-327,0-1 1,3 0 127,-1 0 0,2 0-345,-2 1 1,0-1 5,-2 0 0,0 1 212,0 1 0,0-1 263,0 1 0,-3 1-91,-1 0 1,-2 1 412,0-2 1,2 4-220,-1-2 1,1 2 105,-2 0 0,1 3 187,1 0-118,3 2-535,-5 0 189,5 2 1,-1 2 248,4 3 1,-1 0-117,1 2 0,1 1 365,-1 1 1,1 3-176,-1 1 0,-1 0 21,1 5 1,-1-3-39,-1 2 1,0 0-47,0 2 1,0 0-252,0 0 1,-1 1-112,-1-1 0,1-2-569,-1 0 1,1-3 407,1 1 1,0-2-433,0-2 0,0-2-270,0-3 685</inkml:trace>
  <inkml:trace contextRef="#ctx0" brushRef="#br0" timeOffset="2569">17 410 11065,'-6'-6'-27,"2"0"2,3 4 18</inkml:trace>
  <inkml:trace contextRef="#ctx0" brushRef="#br0" timeOffset="2570">1 129 13113,'4'2'188,"2"3"95,-1 0-83,-1 2 0,0 0-37,0 1 0,-1 0-2,0 3 1,-3 0-46,2 1 1,-1 1 61,-1 0 1,-3 1 0,-1 1 0,0-1-669,0 3 0,2-2 288,-2 2 0,0-1-173,0 1 0,2-10 288</inkml:trace>
  <inkml:trace contextRef="#ctx0" brushRef="#br0" timeOffset="2567">11 171 13707,'7'-2'103,"-3"2"90,0 2 1,-1 3-98,1-1 0,-3 2-27,1 1 1,1-1-1,0 0-31,1 1 1,-3-1-21,1 1 0,1-1 0,-1 1 172,0 2 0,-2-1-81,0 2 1,0 0-15,0 1-104,0 1 1,0-3 0,0 3-115,0-2 0,0 1 0,0 1-243,0-1 0,0 0 0,0-2-142,0-1 273,0-1 104,0-1 156,3-2 1,-2-2-9</inkml:trace>
  <inkml:trace contextRef="#ctx0" brushRef="#br0" timeOffset="-40">84 410 12593,'1'-1'-19</inkml:trace>
  <inkml:trace contextRef="#ctx0" brushRef="#br0" timeOffset="-42">92 407 12457,'3'-1'-58,"4"-2"-353,2 0 0,1-2-639,2 1 0,2 0 0,1 1 1050,2 0 0,1-2 0,2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E0B80-2AC0-7A48-8E72-2C646652800C}" type="datetimeFigureOut">
              <a:rPr lang="en-US" smtClean="0"/>
              <a:t>4/4/25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7FAAF-1155-FA43-BB3E-A016F31EC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8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49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42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1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2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6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0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4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4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6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customXml" Target="../ink/ink17.xml"/><Relationship Id="rId42" Type="http://schemas.openxmlformats.org/officeDocument/2006/relationships/image" Target="../media/image63.png"/><Relationship Id="rId47" Type="http://schemas.openxmlformats.org/officeDocument/2006/relationships/customXml" Target="../ink/ink23.xml"/><Relationship Id="rId50" Type="http://schemas.openxmlformats.org/officeDocument/2006/relationships/image" Target="../media/image67.png"/><Relationship Id="rId7" Type="http://schemas.openxmlformats.org/officeDocument/2006/relationships/image" Target="../media/image4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56.png"/><Relationship Id="rId11" Type="http://schemas.openxmlformats.org/officeDocument/2006/relationships/image" Target="../media/image4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60.png"/><Relationship Id="rId40" Type="http://schemas.openxmlformats.org/officeDocument/2006/relationships/customXml" Target="../ink/ink20.xml"/><Relationship Id="rId45" Type="http://schemas.openxmlformats.org/officeDocument/2006/relationships/customXml" Target="../ink/ink22.xml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customXml" Target="../ink/ink24.xml"/><Relationship Id="rId10" Type="http://schemas.openxmlformats.org/officeDocument/2006/relationships/customXml" Target="../ink/ink5.xml"/><Relationship Id="rId19" Type="http://schemas.openxmlformats.org/officeDocument/2006/relationships/image" Target="../media/image51.png"/><Relationship Id="rId31" Type="http://schemas.openxmlformats.org/officeDocument/2006/relationships/image" Target="../media/image57.png"/><Relationship Id="rId44" Type="http://schemas.openxmlformats.org/officeDocument/2006/relationships/image" Target="../media/image64.png"/><Relationship Id="rId4" Type="http://schemas.openxmlformats.org/officeDocument/2006/relationships/customXml" Target="../ink/ink2.xml"/><Relationship Id="rId9" Type="http://schemas.openxmlformats.org/officeDocument/2006/relationships/image" Target="../media/image4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55.png"/><Relationship Id="rId30" Type="http://schemas.openxmlformats.org/officeDocument/2006/relationships/customXml" Target="../ink/ink15.xml"/><Relationship Id="rId35" Type="http://schemas.openxmlformats.org/officeDocument/2006/relationships/image" Target="../media/image59.png"/><Relationship Id="rId43" Type="http://schemas.openxmlformats.org/officeDocument/2006/relationships/customXml" Target="../ink/ink21.xml"/><Relationship Id="rId48" Type="http://schemas.openxmlformats.org/officeDocument/2006/relationships/image" Target="../media/image66.png"/><Relationship Id="rId8" Type="http://schemas.openxmlformats.org/officeDocument/2006/relationships/customXml" Target="../ink/ink4.xml"/><Relationship Id="rId3" Type="http://schemas.openxmlformats.org/officeDocument/2006/relationships/image" Target="../media/image43.png"/><Relationship Id="rId12" Type="http://schemas.openxmlformats.org/officeDocument/2006/relationships/customXml" Target="../ink/ink6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9.xml"/><Relationship Id="rId46" Type="http://schemas.openxmlformats.org/officeDocument/2006/relationships/image" Target="../media/image65.png"/><Relationship Id="rId20" Type="http://schemas.openxmlformats.org/officeDocument/2006/relationships/customXml" Target="../ink/ink10.xml"/><Relationship Id="rId41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Ghidra-LLM: Large Language Models for Static Reverse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Spring Week 11 Update</a:t>
            </a:r>
          </a:p>
          <a:p>
            <a:pPr algn="l"/>
            <a:r>
              <a:rPr lang="en-US"/>
              <a:t>Project 11: </a:t>
            </a:r>
            <a:r>
              <a:rPr lang="en-US" dirty="0" err="1"/>
              <a:t>Bisesh</a:t>
            </a:r>
            <a:r>
              <a:rPr lang="en-US" dirty="0"/>
              <a:t>, Mack, Maximilan, Craig, Justin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6D8E0-E31A-4EAB-69D6-C4120D4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- Project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0F3495-6072-FFEE-C13D-BF0014FCE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680981"/>
              </p:ext>
            </p:extLst>
          </p:nvPr>
        </p:nvGraphicFramePr>
        <p:xfrm>
          <a:off x="634531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34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C9DA-1F8A-429C-D5B2-068A44B4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Project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CBC960-3616-4029-CE91-A76F3B70D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3425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29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1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Research &amp; Red Teaming current LLM application (Fall 2024)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A9F90A-4659-6AF3-ACE8-E62F92CB7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1384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621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0D2F-4995-3592-BCCF-01CFE3D7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C2CD-84FD-B238-299C-3F11B8A4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22FB3-8D91-A2D5-6D0A-093116627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C6097-CA8E-5A29-29D6-83321C66A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4C39C-F5C8-31BB-2D06-EA9A372C1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019B3-4C61-5623-FBA8-38A75EC1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2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Improving current models (Late Fall 2024 – Early Spring 2025)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913F8-302B-F6A3-FC01-B9168AF37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6924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09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C3D9-DED1-5909-68E6-1726C8E3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340DBA-1D69-2629-A498-C1CDB19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A7EA9-1FCD-8D8A-0C22-C1D40FA6D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354BC-4B9A-06CE-6B06-88A7FE54B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71187-D86D-E33A-557B-0537911A3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BF6D9-7CE7-FFA8-2431-423C711B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3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Further refinement &amp; integrating our new model into </a:t>
            </a:r>
            <a:r>
              <a:rPr lang="en-US" sz="4000" err="1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Ghidra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 and Documentation (Spring 2025)</a:t>
            </a:r>
            <a:endParaRPr lang="en-US" sz="4000">
              <a:latin typeface="Calibri Light"/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C1987-359C-FFD9-35A8-B88582515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1649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20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5200">
                <a:solidFill>
                  <a:schemeClr val="bg1"/>
                </a:solidFill>
                <a:ea typeface="+mj-lt"/>
                <a:cs typeface="+mj-lt"/>
              </a:rPr>
              <a:t>Team Objectives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F2205B4-2277-E920-EDA0-2E3AA6063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0D40147A-E405-728E-8CB1-36B941C62B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576353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67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2E6E4-7605-C18E-FBDB-EF81FE68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Lab Environment</a:t>
            </a:r>
            <a:br>
              <a:rPr lang="en-US" sz="4000">
                <a:solidFill>
                  <a:srgbClr val="FFFFFF"/>
                </a:solidFill>
              </a:rPr>
            </a:br>
            <a:br>
              <a:rPr lang="en-US" sz="4000"/>
            </a:br>
            <a:br>
              <a:rPr lang="en-US" sz="4000"/>
            </a:br>
            <a:endParaRPr lang="en-US" sz="4000">
              <a:solidFill>
                <a:srgbClr val="FFFFFF"/>
              </a:solidFill>
              <a:cs typeface="Calibri Light"/>
            </a:endParaRPr>
          </a:p>
        </p:txBody>
      </p:sp>
      <p:pic>
        <p:nvPicPr>
          <p:cNvPr id="4" name="Content Placeholder 3" descr="A diagram of a computer server&#10;&#10;Description automatically generated">
            <a:extLst>
              <a:ext uri="{FF2B5EF4-FFF2-40B4-BE49-F238E27FC236}">
                <a16:creationId xmlns:a16="http://schemas.microsoft.com/office/drawing/2014/main" id="{08400338-356B-06BA-45E0-FB32ACA39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84" b="4390"/>
          <a:stretch/>
        </p:blipFill>
        <p:spPr>
          <a:xfrm>
            <a:off x="4142994" y="1094834"/>
            <a:ext cx="7872750" cy="428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9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328A-C7E7-FDDD-7C3A-92DDFDEA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75C0002-0807-81C0-5612-43529F07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7DC398-C4EE-A39F-A19B-FDDD1CDFE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E7DE7-382D-DA49-1C5B-A8F6120AF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319A5-C576-5F42-F6CE-10A3B97A9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E355912-778F-AFA5-F661-2FE286A3D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FEADAF-60B6-9272-9548-4E135DE2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7202E-DFB2-2620-C5D6-EC8CA097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Bisesh) Objectives – Last 2 weeks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046545D-5D74-62CA-EAC7-0B6172045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5735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9DC74C5F-7CCF-9EA3-E6AA-0F91E28A1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197776"/>
              </p:ext>
            </p:extLst>
          </p:nvPr>
        </p:nvGraphicFramePr>
        <p:xfrm>
          <a:off x="4905042" y="6536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765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CE1BD-E245-E5EB-3666-7FB45E07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Bisesh) Objectives – Next 3 weeks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FB5AF1A-6507-D2CF-4AFB-AEB9E5206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5887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67B2D724-6870-FF5F-4FF0-C300C6783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8588921"/>
              </p:ext>
            </p:extLst>
          </p:nvPr>
        </p:nvGraphicFramePr>
        <p:xfrm>
          <a:off x="4905042" y="702036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4135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C761B-6F13-1672-B788-BE4BBE75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Last 2 Weeks</a:t>
            </a:r>
          </a:p>
        </p:txBody>
      </p:sp>
      <p:graphicFrame>
        <p:nvGraphicFramePr>
          <p:cNvPr id="44" name="Content Placeholder 41">
            <a:extLst>
              <a:ext uri="{FF2B5EF4-FFF2-40B4-BE49-F238E27FC236}">
                <a16:creationId xmlns:a16="http://schemas.microsoft.com/office/drawing/2014/main" id="{2A033DC0-96BD-F9F5-B592-34D552174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37397"/>
              </p:ext>
            </p:extLst>
          </p:nvPr>
        </p:nvGraphicFramePr>
        <p:xfrm>
          <a:off x="4835144" y="708495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589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506AC-5F9C-761C-221A-2B9639E2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Next 2 Weeks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39" name="Content Placeholder 36">
            <a:extLst>
              <a:ext uri="{FF2B5EF4-FFF2-40B4-BE49-F238E27FC236}">
                <a16:creationId xmlns:a16="http://schemas.microsoft.com/office/drawing/2014/main" id="{F4E42EA2-DB39-F061-2A41-60EF410B6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14663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96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6CFF1AA-AA7D-FA99-A813-473CA0BF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76" y="152573"/>
            <a:ext cx="3549649" cy="655044"/>
          </a:xfrm>
        </p:spPr>
        <p:txBody>
          <a:bodyPr anchor="b">
            <a:normAutofit/>
          </a:bodyPr>
          <a:lstStyle/>
          <a:p>
            <a:r>
              <a:rPr lang="en-US" sz="3200">
                <a:cs typeface="Calibri Light"/>
              </a:rPr>
              <a:t>CFG Map</a:t>
            </a:r>
            <a:endParaRPr lang="en-US" sz="32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diagram of a network&#10;&#10;Description automatically generated">
            <a:extLst>
              <a:ext uri="{FF2B5EF4-FFF2-40B4-BE49-F238E27FC236}">
                <a16:creationId xmlns:a16="http://schemas.microsoft.com/office/drawing/2014/main" id="{7706E82D-5F7D-01FB-AB37-6B9A3A13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07" y="1248439"/>
            <a:ext cx="4518932" cy="4114800"/>
          </a:xfrm>
          <a:prstGeom prst="rect">
            <a:avLst/>
          </a:prstGeom>
        </p:spPr>
      </p:pic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73A012DD-8105-6548-1C82-B6E1CECD5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505" y="1249758"/>
            <a:ext cx="3650950" cy="4114800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C499A30-286A-5C81-74FD-D7B6E699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790" y="1248395"/>
            <a:ext cx="2356264" cy="41148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C8641F-5698-DEDC-269C-C17F9F9307BA}"/>
              </a:ext>
            </a:extLst>
          </p:cNvPr>
          <p:cNvCxnSpPr/>
          <p:nvPr/>
        </p:nvCxnSpPr>
        <p:spPr>
          <a:xfrm flipV="1">
            <a:off x="7123957" y="2040777"/>
            <a:ext cx="2238206" cy="898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F5CCB6-0B03-F4B6-4B45-4789593AAEFB}"/>
              </a:ext>
            </a:extLst>
          </p:cNvPr>
          <p:cNvCxnSpPr>
            <a:cxnSpLocks/>
          </p:cNvCxnSpPr>
          <p:nvPr/>
        </p:nvCxnSpPr>
        <p:spPr>
          <a:xfrm flipV="1">
            <a:off x="6995454" y="2689483"/>
            <a:ext cx="2353719" cy="2149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D5C48E-5CEA-D7F3-CCB0-4C2A7230677B}"/>
              </a:ext>
            </a:extLst>
          </p:cNvPr>
          <p:cNvCxnSpPr>
            <a:cxnSpLocks/>
          </p:cNvCxnSpPr>
          <p:nvPr/>
        </p:nvCxnSpPr>
        <p:spPr>
          <a:xfrm>
            <a:off x="8238670" y="4221979"/>
            <a:ext cx="1015715" cy="841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031998-C351-4172-FFA0-694296B122DF}"/>
              </a:ext>
            </a:extLst>
          </p:cNvPr>
          <p:cNvCxnSpPr>
            <a:cxnSpLocks/>
          </p:cNvCxnSpPr>
          <p:nvPr/>
        </p:nvCxnSpPr>
        <p:spPr>
          <a:xfrm flipV="1">
            <a:off x="7124241" y="3095558"/>
            <a:ext cx="2239767" cy="752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598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9AE7A4-DD76-D712-5E1F-5CFD2465B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991" y="368114"/>
            <a:ext cx="9776603" cy="5807056"/>
          </a:xfrm>
        </p:spPr>
      </p:pic>
    </p:spTree>
    <p:extLst>
      <p:ext uri="{BB962C8B-B14F-4D97-AF65-F5344CB8AC3E}">
        <p14:creationId xmlns:p14="http://schemas.microsoft.com/office/powerpoint/2010/main" val="2437569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A5FE65-3714-DDBD-F32B-ACB81A9DA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104" y="452114"/>
            <a:ext cx="10908820" cy="6153048"/>
          </a:xfrm>
        </p:spPr>
      </p:pic>
    </p:spTree>
    <p:extLst>
      <p:ext uri="{BB962C8B-B14F-4D97-AF65-F5344CB8AC3E}">
        <p14:creationId xmlns:p14="http://schemas.microsoft.com/office/powerpoint/2010/main" val="2952151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C40BA-BEB4-9BDF-EA33-547E942C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Gantt Chart – Phase </a:t>
            </a:r>
            <a:r>
              <a:rPr lang="en-US" sz="4000">
                <a:solidFill>
                  <a:srgbClr val="FFFFFF"/>
                </a:solidFill>
              </a:rPr>
              <a:t>2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14:cNvPr>
              <p14:cNvContentPartPr/>
              <p14:nvPr/>
            </p14:nvContentPartPr>
            <p14:xfrm>
              <a:off x="5205562" y="3547167"/>
              <a:ext cx="720000" cy="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9562" y="3475167"/>
                <a:ext cx="791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14:cNvPr>
              <p14:cNvContentPartPr/>
              <p14:nvPr/>
            </p14:nvContentPartPr>
            <p14:xfrm>
              <a:off x="5250276" y="3265647"/>
              <a:ext cx="24768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5962" y="3261327"/>
                <a:ext cx="256307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14:cNvPr>
              <p14:cNvContentPartPr/>
              <p14:nvPr/>
            </p14:nvContentPartPr>
            <p14:xfrm>
              <a:off x="5262876" y="3204087"/>
              <a:ext cx="484200" cy="75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6849" y="3168087"/>
                <a:ext cx="555893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14:cNvPr>
              <p14:cNvContentPartPr/>
              <p14:nvPr/>
            </p14:nvContentPartPr>
            <p14:xfrm>
              <a:off x="5269356" y="3273927"/>
              <a:ext cx="495360" cy="12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33356" y="3237927"/>
                <a:ext cx="5670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14:cNvPr>
              <p14:cNvContentPartPr/>
              <p14:nvPr/>
            </p14:nvContentPartPr>
            <p14:xfrm>
              <a:off x="5727465" y="3207695"/>
              <a:ext cx="81000" cy="81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91624" y="3171695"/>
                <a:ext cx="152323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14:cNvPr>
              <p14:cNvContentPartPr/>
              <p14:nvPr/>
            </p14:nvContentPartPr>
            <p14:xfrm>
              <a:off x="5221305" y="3497855"/>
              <a:ext cx="750960" cy="100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5305" y="3461855"/>
                <a:ext cx="822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14:cNvPr>
              <p14:cNvContentPartPr/>
              <p14:nvPr/>
            </p14:nvContentPartPr>
            <p14:xfrm>
              <a:off x="6774462" y="3847108"/>
              <a:ext cx="608760" cy="37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8462" y="3811108"/>
                <a:ext cx="68040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5533A0E-61D1-FFCF-F908-544E782A65AC}"/>
              </a:ext>
            </a:extLst>
          </p:cNvPr>
          <p:cNvGrpSpPr/>
          <p:nvPr/>
        </p:nvGrpSpPr>
        <p:grpSpPr>
          <a:xfrm>
            <a:off x="6783462" y="3797428"/>
            <a:ext cx="608760" cy="55800"/>
            <a:chOff x="6783462" y="3797428"/>
            <a:chExt cx="608760" cy="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14:cNvPr>
                <p14:cNvContentPartPr/>
                <p14:nvPr/>
              </p14:nvContentPartPr>
              <p14:xfrm>
                <a:off x="6783462" y="3797428"/>
                <a:ext cx="608760" cy="4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47462" y="3761428"/>
                  <a:ext cx="680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14:cNvPr>
                <p14:cNvContentPartPr/>
                <p14:nvPr/>
              </p14:nvContentPartPr>
              <p14:xfrm>
                <a:off x="7387902" y="3852868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51902" y="381686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14:cNvPr>
              <p14:cNvContentPartPr/>
              <p14:nvPr/>
            </p14:nvContentPartPr>
            <p14:xfrm>
              <a:off x="6786951" y="4177440"/>
              <a:ext cx="655200" cy="16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50951" y="4142190"/>
                <a:ext cx="726840" cy="870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14:cNvPr>
              <p14:cNvContentPartPr/>
              <p14:nvPr/>
            </p14:nvContentPartPr>
            <p14:xfrm>
              <a:off x="6795591" y="4101840"/>
              <a:ext cx="669600" cy="41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59591" y="4065840"/>
                <a:ext cx="7412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14:cNvPr>
              <p14:cNvContentPartPr/>
              <p14:nvPr/>
            </p14:nvContentPartPr>
            <p14:xfrm>
              <a:off x="6919791" y="4095720"/>
              <a:ext cx="552960" cy="19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83791" y="4059720"/>
                <a:ext cx="624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14:cNvPr>
              <p14:cNvContentPartPr/>
              <p14:nvPr/>
            </p14:nvContentPartPr>
            <p14:xfrm>
              <a:off x="6798471" y="4127400"/>
              <a:ext cx="7560" cy="16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62471" y="4091400"/>
                <a:ext cx="79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14:cNvPr>
              <p14:cNvContentPartPr/>
              <p14:nvPr/>
            </p14:nvContentPartPr>
            <p14:xfrm>
              <a:off x="5992973" y="3272173"/>
              <a:ext cx="648720" cy="14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56993" y="3236173"/>
                <a:ext cx="7203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14:cNvPr>
              <p14:cNvContentPartPr/>
              <p14:nvPr/>
            </p14:nvContentPartPr>
            <p14:xfrm>
              <a:off x="5808653" y="3203413"/>
              <a:ext cx="522360" cy="15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72653" y="3166535"/>
                <a:ext cx="594000" cy="88507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E6B70-17FE-408D-3F6F-45E5A70BAAEC}"/>
              </a:ext>
            </a:extLst>
          </p:cNvPr>
          <p:cNvGrpSpPr/>
          <p:nvPr/>
        </p:nvGrpSpPr>
        <p:grpSpPr>
          <a:xfrm>
            <a:off x="5259105" y="3212773"/>
            <a:ext cx="1451348" cy="93960"/>
            <a:chOff x="5259105" y="3212773"/>
            <a:chExt cx="1451348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14:cNvPr>
                <p14:cNvContentPartPr/>
                <p14:nvPr/>
              </p14:nvContentPartPr>
              <p14:xfrm>
                <a:off x="5259105" y="3276815"/>
                <a:ext cx="158400" cy="10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23187" y="3240815"/>
                  <a:ext cx="229878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14:cNvPr>
                <p14:cNvContentPartPr/>
                <p14:nvPr/>
              </p14:nvContentPartPr>
              <p14:xfrm>
                <a:off x="5642505" y="3277895"/>
                <a:ext cx="16704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06505" y="3241895"/>
                  <a:ext cx="238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14:cNvPr>
                <p14:cNvContentPartPr/>
                <p14:nvPr/>
              </p14:nvContentPartPr>
              <p14:xfrm>
                <a:off x="5809733" y="3212773"/>
                <a:ext cx="888840" cy="26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73733" y="3176773"/>
                  <a:ext cx="960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14:cNvPr>
                <p14:cNvContentPartPr/>
                <p14:nvPr/>
              </p14:nvContentPartPr>
              <p14:xfrm>
                <a:off x="5793533" y="3268573"/>
                <a:ext cx="901800" cy="2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57533" y="3232573"/>
                  <a:ext cx="973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14:cNvPr>
                <p14:cNvContentPartPr/>
                <p14:nvPr/>
              </p14:nvContentPartPr>
              <p14:xfrm>
                <a:off x="5886053" y="3213853"/>
                <a:ext cx="824400" cy="92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50053" y="3177853"/>
                  <a:ext cx="896040" cy="164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392D6DF-3E22-A7B0-DF96-EFD840FED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2"/>
          <a:stretch>
            <a:fillRect/>
          </a:stretch>
        </p:blipFill>
        <p:spPr>
          <a:xfrm>
            <a:off x="388610" y="2427613"/>
            <a:ext cx="11167310" cy="323626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CBFDE6E-3DF7-FB4B-270E-7FAD5D9A4A28}"/>
                  </a:ext>
                </a:extLst>
              </p14:cNvPr>
              <p14:cNvContentPartPr/>
              <p14:nvPr/>
            </p14:nvContentPartPr>
            <p14:xfrm>
              <a:off x="6372785" y="4426247"/>
              <a:ext cx="628560" cy="127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CBFDE6E-3DF7-FB4B-270E-7FAD5D9A4A2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357296" y="4410767"/>
                <a:ext cx="659178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E958890-18CC-1652-08E0-1A11C980FEAE}"/>
                  </a:ext>
                </a:extLst>
              </p14:cNvPr>
              <p14:cNvContentPartPr/>
              <p14:nvPr/>
            </p14:nvContentPartPr>
            <p14:xfrm>
              <a:off x="6377465" y="4433447"/>
              <a:ext cx="624960" cy="118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E958890-18CC-1652-08E0-1A11C980FEA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361985" y="4417967"/>
                <a:ext cx="6555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F9C3436-F9DC-26CB-D9D2-634807499DD6}"/>
                  </a:ext>
                </a:extLst>
              </p14:cNvPr>
              <p14:cNvContentPartPr/>
              <p14:nvPr/>
            </p14:nvContentPartPr>
            <p14:xfrm>
              <a:off x="6640625" y="4671047"/>
              <a:ext cx="434520" cy="122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F9C3436-F9DC-26CB-D9D2-634807499DD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25145" y="4655567"/>
                <a:ext cx="465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867CE03-178B-69E4-1334-AEED084E9E11}"/>
                  </a:ext>
                </a:extLst>
              </p14:cNvPr>
              <p14:cNvContentPartPr/>
              <p14:nvPr/>
            </p14:nvContentPartPr>
            <p14:xfrm>
              <a:off x="6992415" y="4913687"/>
              <a:ext cx="777960" cy="139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867CE03-178B-69E4-1334-AEED084E9E1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976928" y="4898207"/>
                <a:ext cx="808574" cy="16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21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585</Words>
  <Application>Microsoft Macintosh PowerPoint</Application>
  <PresentationFormat>Widescreen</PresentationFormat>
  <Paragraphs>54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Office Theme</vt:lpstr>
      <vt:lpstr>Ghidra-LLM: Large Language Models for Static Reverse Engineering</vt:lpstr>
      <vt:lpstr>Review - Project Goal</vt:lpstr>
      <vt:lpstr>Review – Project Process</vt:lpstr>
      <vt:lpstr>Review – Phase 1 Research &amp; Red Teaming current LLM application (Fall 2024)</vt:lpstr>
      <vt:lpstr>Review – Phase 2 Improving current models (Late Fall 2024 – Early Spring 2025)</vt:lpstr>
      <vt:lpstr>Review – Phase 3 Further refinement &amp; integrating our new model into Ghidra and Documentation (Spring 2025)</vt:lpstr>
      <vt:lpstr>Team Objectives</vt:lpstr>
      <vt:lpstr>Lab Environment   </vt:lpstr>
      <vt:lpstr>Red Team (Mack, Max, Bisesh) Objectives – Last 2 weeks</vt:lpstr>
      <vt:lpstr>Red Team (Mack, Max, Bisesh) Objectives – Next 3 weeks</vt:lpstr>
      <vt:lpstr>RAG Team (Craig, Justin) Objectives – Last 2 Weeks</vt:lpstr>
      <vt:lpstr>RAG Team (Craig, Justin) Objectives – Next 2 Weeks</vt:lpstr>
      <vt:lpstr>CFG Map</vt:lpstr>
      <vt:lpstr>PowerPoint Presentation</vt:lpstr>
      <vt:lpstr>PowerPoint Presentation</vt:lpstr>
      <vt:lpstr>Gantt Chart – Phase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Ghidra-LLM: Large Language Models for Static Reverse Engineering</dc:title>
  <dc:creator/>
  <cp:lastModifiedBy>Justin Andrew Rockwell</cp:lastModifiedBy>
  <cp:revision>2</cp:revision>
  <dcterms:created xsi:type="dcterms:W3CDTF">2024-10-17T16:50:00Z</dcterms:created>
  <dcterms:modified xsi:type="dcterms:W3CDTF">2025-04-05T01:50:19Z</dcterms:modified>
</cp:coreProperties>
</file>